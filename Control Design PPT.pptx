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6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A61F57-984D-A6A8-CA81-849C560C4F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F1E00F8-CB4C-2BF6-4C26-CF42E4B091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15AF118-8A80-B8E2-73F7-13B749FA0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D46AB4-5374-7290-2D73-61DF914431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0699A8C-A208-4DF4-9B93-E76A89D6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59692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B48CF0-4BED-FBA4-090B-0BCD80633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05F0A4-5009-BBE0-F988-AA0E4C24BE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AFBDEC-6149-9A80-1852-045510BEF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66E28FB-FAE0-A5EC-0A62-D34062050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79899BE-D79D-7CD7-71FA-5C957314B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1643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C5A4B0-7254-B75B-1AB6-74B29A069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0FB535B-0207-6665-B555-8C329D0291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69940A-08DC-AD55-C524-98A0848B8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C66823-DED7-A51B-5149-F5FFBE9EA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4583D52-8CFB-A9A9-4422-E626AAC5D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53578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ED3C2A-C3DE-6D35-DCC8-83EF3BC61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D64190-B58B-90CA-B495-B54B3588D2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C8C4FAF-887A-A434-9D41-5AC52C3B1C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F378E01-A0F6-5696-F8B5-D12FF26CB8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2DF0172-59D2-D10B-069F-391EECEA6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9B54957-FB76-CAC4-3459-7550E025E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59840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387A5E-2494-8808-CA5A-FBAA1218A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6F0965C-17AC-DB7E-0BCF-FE1939EB4D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49CD55-B821-AEC4-0BDF-26A5722EB6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E99EF1F-BA8D-1E48-5446-A4FADCCF16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A798B36-6086-60F9-7779-D35B8A1F0A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4ECC656-35FA-827E-D2AD-8282B01D1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0F52092-18F9-262A-D9D0-F0DADB826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637507A-857A-393D-8C50-D6C725999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8624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2B59AC-D0A7-BB50-26C7-11C3C9963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B3DA705-6A35-CDC6-CE9D-DEA28C007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6ED0D3D-F327-192D-F3A0-0E986DE87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6F12638-248A-F485-0286-1B46D4FD3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0799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D7CC203-A51E-4055-C1AE-7994F26368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764A1E4-D1B5-4FC6-E177-06B709F88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3841B7-0DB0-D24C-BD47-0B8AF08BA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84338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D55D4C-7609-2212-5BD1-71EA531D4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12DE1-95FF-4C52-AF8F-0E74868359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EA78882-AB43-20F2-B66D-770FB51CCF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AD9AD50-58BD-61CB-DF2D-20A4BF2EE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074D494-3E24-F3DC-E83E-0B3E9785E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01EA737-71CB-2116-88B8-CFD093DB0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3197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0EB1F2-03EA-70A5-CD92-ACE5D33FB3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9C67DE2-A34A-2184-5A82-73DCFA4223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BD160E5-DF86-FF47-BF05-8D6DC424DE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2D2E013-A98E-48AB-A6D5-F9213CF9D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644C91-E03E-9F74-6958-05BE83B13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5E77233-5485-F853-1D3F-188E3D730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21573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95E4D6-72BF-7815-F53D-0055C700B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F0EE95D-BCE7-5371-7239-A34F82E4A6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A5FF71-CD55-5BE1-1582-E2F124D86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E72097A-731B-5D74-6106-016FF21FD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F1E1D42-C2FA-6D90-726D-330DBE4A5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2813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7F6A11A-1562-A5C9-8098-025298B14F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AB3E875-E9B4-7249-CD24-11F062E432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C29DA2C-BAC5-6631-F87C-23E65492F7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173BDB-73B2-F0FD-6B1F-9D22AE233B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346CB8-CAD4-27FD-C6B5-445C23FF5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9565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5CF02C2-1D09-6C4E-FE9A-99759C1FA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A71473F-922B-FC72-6D5D-C2425B87B3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D4E3AB-D56F-BE21-0B1D-B98986F4B0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7C1622-C0C2-42A6-A420-A2525B32B105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056D866-2326-711B-CA6C-5CA2377E7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1DD5C1-F8F3-5C96-BC81-9EC875C3D8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416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타원 26">
            <a:extLst>
              <a:ext uri="{FF2B5EF4-FFF2-40B4-BE49-F238E27FC236}">
                <a16:creationId xmlns:a16="http://schemas.microsoft.com/office/drawing/2014/main" id="{4E298402-2308-D153-8B7A-1E4E43A801C2}"/>
              </a:ext>
            </a:extLst>
          </p:cNvPr>
          <p:cNvSpPr/>
          <p:nvPr/>
        </p:nvSpPr>
        <p:spPr>
          <a:xfrm>
            <a:off x="4030011" y="1007297"/>
            <a:ext cx="3420000" cy="342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D7326DB-8565-6731-7B4F-29E6BB66BCA6}"/>
              </a:ext>
            </a:extLst>
          </p:cNvPr>
          <p:cNvSpPr/>
          <p:nvPr/>
        </p:nvSpPr>
        <p:spPr>
          <a:xfrm>
            <a:off x="5152930" y="2163780"/>
            <a:ext cx="1041149" cy="104114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C4BA13C8-21A7-DD7D-448F-8868ED683D92}"/>
              </a:ext>
            </a:extLst>
          </p:cNvPr>
          <p:cNvGrpSpPr/>
          <p:nvPr/>
        </p:nvGrpSpPr>
        <p:grpSpPr>
          <a:xfrm rot="1480198">
            <a:off x="5580537" y="952498"/>
            <a:ext cx="3012560" cy="2707724"/>
            <a:chOff x="5251010" y="401641"/>
            <a:chExt cx="3012560" cy="2707724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FBCBCA0C-05E1-AE25-521B-962A849AD840}"/>
                </a:ext>
              </a:extLst>
            </p:cNvPr>
            <p:cNvGrpSpPr/>
            <p:nvPr/>
          </p:nvGrpSpPr>
          <p:grpSpPr>
            <a:xfrm>
              <a:off x="5251010" y="2047701"/>
              <a:ext cx="2046082" cy="1061664"/>
              <a:chOff x="5251010" y="2047701"/>
              <a:chExt cx="2046082" cy="1061664"/>
            </a:xfrm>
          </p:grpSpPr>
          <p:sp>
            <p:nvSpPr>
              <p:cNvPr id="3" name="사각형: 둥근 모서리 2">
                <a:extLst>
                  <a:ext uri="{FF2B5EF4-FFF2-40B4-BE49-F238E27FC236}">
                    <a16:creationId xmlns:a16="http://schemas.microsoft.com/office/drawing/2014/main" id="{36D768B6-3F8D-29F0-BF14-F31F31E93073}"/>
                  </a:ext>
                </a:extLst>
              </p:cNvPr>
              <p:cNvSpPr/>
              <p:nvPr/>
            </p:nvSpPr>
            <p:spPr>
              <a:xfrm rot="19806311">
                <a:off x="5350597" y="2047701"/>
                <a:ext cx="1946495" cy="57942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" name="타원 4">
                <a:extLst>
                  <a:ext uri="{FF2B5EF4-FFF2-40B4-BE49-F238E27FC236}">
                    <a16:creationId xmlns:a16="http://schemas.microsoft.com/office/drawing/2014/main" id="{26822CDE-DEEE-70B3-62CC-EE866996ADAF}"/>
                  </a:ext>
                </a:extLst>
              </p:cNvPr>
              <p:cNvSpPr/>
              <p:nvPr/>
            </p:nvSpPr>
            <p:spPr>
              <a:xfrm>
                <a:off x="5251010" y="2263365"/>
                <a:ext cx="844990" cy="84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0DAC0E10-092C-7C1F-DFB3-1CEB062D07F9}"/>
                </a:ext>
              </a:extLst>
            </p:cNvPr>
            <p:cNvGrpSpPr/>
            <p:nvPr/>
          </p:nvGrpSpPr>
          <p:grpSpPr>
            <a:xfrm rot="1618660">
              <a:off x="6992952" y="401641"/>
              <a:ext cx="1270618" cy="2070610"/>
              <a:chOff x="6498880" y="345157"/>
              <a:chExt cx="1270618" cy="2070610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76B641C0-4AE2-24CF-F94F-0917216AD6F1}"/>
                  </a:ext>
                </a:extLst>
              </p:cNvPr>
              <p:cNvSpPr/>
              <p:nvPr/>
            </p:nvSpPr>
            <p:spPr>
              <a:xfrm rot="18501142">
                <a:off x="6506539" y="1028694"/>
                <a:ext cx="1946495" cy="579422"/>
              </a:xfrm>
              <a:prstGeom prst="round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92673733-E786-0CB2-88FC-94C24418622C}"/>
                  </a:ext>
                </a:extLst>
              </p:cNvPr>
              <p:cNvSpPr/>
              <p:nvPr/>
            </p:nvSpPr>
            <p:spPr>
              <a:xfrm>
                <a:off x="6498880" y="1597593"/>
                <a:ext cx="844990" cy="818174"/>
              </a:xfrm>
              <a:prstGeom prst="ellipse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12" name="타원 11">
            <a:extLst>
              <a:ext uri="{FF2B5EF4-FFF2-40B4-BE49-F238E27FC236}">
                <a16:creationId xmlns:a16="http://schemas.microsoft.com/office/drawing/2014/main" id="{F97FA599-DCE1-0E8F-A989-D468703DDFC3}"/>
              </a:ext>
            </a:extLst>
          </p:cNvPr>
          <p:cNvSpPr/>
          <p:nvPr/>
        </p:nvSpPr>
        <p:spPr>
          <a:xfrm>
            <a:off x="3063504" y="74354"/>
            <a:ext cx="5220000" cy="52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8B60180D-25EC-CC2F-1DD8-8538DBE8C7BA}"/>
              </a:ext>
            </a:extLst>
          </p:cNvPr>
          <p:cNvSpPr/>
          <p:nvPr/>
        </p:nvSpPr>
        <p:spPr>
          <a:xfrm>
            <a:off x="7235190" y="2427954"/>
            <a:ext cx="323273" cy="295563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AFDEF24B-222D-73FF-67D0-F44828FEAB74}"/>
              </a:ext>
            </a:extLst>
          </p:cNvPr>
          <p:cNvSpPr/>
          <p:nvPr/>
        </p:nvSpPr>
        <p:spPr>
          <a:xfrm>
            <a:off x="8142553" y="2400874"/>
            <a:ext cx="361732" cy="349721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16E75103-AECA-B1E2-3EB7-D3128B664C9C}"/>
              </a:ext>
            </a:extLst>
          </p:cNvPr>
          <p:cNvSpPr/>
          <p:nvPr/>
        </p:nvSpPr>
        <p:spPr>
          <a:xfrm>
            <a:off x="5686826" y="982698"/>
            <a:ext cx="3420000" cy="343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E7C53363-0CBB-F16B-E1FE-6E747C763F5F}"/>
              </a:ext>
            </a:extLst>
          </p:cNvPr>
          <p:cNvSpPr/>
          <p:nvPr/>
        </p:nvSpPr>
        <p:spPr>
          <a:xfrm>
            <a:off x="8739930" y="2241039"/>
            <a:ext cx="725041" cy="743780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07513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1AC32-773D-9774-497F-D534EE071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타원 26">
            <a:extLst>
              <a:ext uri="{FF2B5EF4-FFF2-40B4-BE49-F238E27FC236}">
                <a16:creationId xmlns:a16="http://schemas.microsoft.com/office/drawing/2014/main" id="{E585EF88-3124-ABF0-42D0-598A49C97956}"/>
              </a:ext>
            </a:extLst>
          </p:cNvPr>
          <p:cNvSpPr/>
          <p:nvPr/>
        </p:nvSpPr>
        <p:spPr>
          <a:xfrm>
            <a:off x="4030011" y="1007297"/>
            <a:ext cx="3420000" cy="342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70B3840B-8463-FFDC-D70D-3D8DE8714BD9}"/>
              </a:ext>
            </a:extLst>
          </p:cNvPr>
          <p:cNvSpPr/>
          <p:nvPr/>
        </p:nvSpPr>
        <p:spPr>
          <a:xfrm>
            <a:off x="5152930" y="2163780"/>
            <a:ext cx="1041149" cy="104114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C4687ECD-4129-69B3-77F0-768921D8B8FD}"/>
              </a:ext>
            </a:extLst>
          </p:cNvPr>
          <p:cNvGrpSpPr/>
          <p:nvPr/>
        </p:nvGrpSpPr>
        <p:grpSpPr>
          <a:xfrm rot="1480198">
            <a:off x="5269432" y="2375180"/>
            <a:ext cx="3532193" cy="1330642"/>
            <a:chOff x="5251010" y="1778723"/>
            <a:chExt cx="3532193" cy="1330642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E1B12D1C-EF80-FE55-802B-89B8CC925DD2}"/>
                </a:ext>
              </a:extLst>
            </p:cNvPr>
            <p:cNvGrpSpPr/>
            <p:nvPr/>
          </p:nvGrpSpPr>
          <p:grpSpPr>
            <a:xfrm>
              <a:off x="5251010" y="2047701"/>
              <a:ext cx="2046082" cy="1061664"/>
              <a:chOff x="5251010" y="2047701"/>
              <a:chExt cx="2046082" cy="1061664"/>
            </a:xfrm>
          </p:grpSpPr>
          <p:sp>
            <p:nvSpPr>
              <p:cNvPr id="3" name="사각형: 둥근 모서리 2">
                <a:extLst>
                  <a:ext uri="{FF2B5EF4-FFF2-40B4-BE49-F238E27FC236}">
                    <a16:creationId xmlns:a16="http://schemas.microsoft.com/office/drawing/2014/main" id="{A829E2E9-B455-2263-2BD2-2C840C479B68}"/>
                  </a:ext>
                </a:extLst>
              </p:cNvPr>
              <p:cNvSpPr/>
              <p:nvPr/>
            </p:nvSpPr>
            <p:spPr>
              <a:xfrm rot="19806311">
                <a:off x="5350597" y="2047701"/>
                <a:ext cx="1946495" cy="57942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" name="타원 4">
                <a:extLst>
                  <a:ext uri="{FF2B5EF4-FFF2-40B4-BE49-F238E27FC236}">
                    <a16:creationId xmlns:a16="http://schemas.microsoft.com/office/drawing/2014/main" id="{68A18CFF-C00F-9677-1C08-73D8289AEE8B}"/>
                  </a:ext>
                </a:extLst>
              </p:cNvPr>
              <p:cNvSpPr/>
              <p:nvPr/>
            </p:nvSpPr>
            <p:spPr>
              <a:xfrm>
                <a:off x="5251010" y="2263365"/>
                <a:ext cx="844990" cy="84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5CD3515D-ECD3-7869-E932-64F2723F9717}"/>
                </a:ext>
              </a:extLst>
            </p:cNvPr>
            <p:cNvGrpSpPr/>
            <p:nvPr/>
          </p:nvGrpSpPr>
          <p:grpSpPr>
            <a:xfrm rot="1618660">
              <a:off x="6565721" y="1778723"/>
              <a:ext cx="2217482" cy="1222168"/>
              <a:chOff x="6498880" y="1597593"/>
              <a:chExt cx="2217482" cy="1222168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170D8A81-36E4-E621-21EF-4F6CEB02B6D8}"/>
                  </a:ext>
                </a:extLst>
              </p:cNvPr>
              <p:cNvSpPr/>
              <p:nvPr/>
            </p:nvSpPr>
            <p:spPr>
              <a:xfrm rot="2014633">
                <a:off x="6769867" y="2240339"/>
                <a:ext cx="1946495" cy="579422"/>
              </a:xfrm>
              <a:prstGeom prst="roundRect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FC0B5D4A-A702-008D-6746-1855075E200A}"/>
                  </a:ext>
                </a:extLst>
              </p:cNvPr>
              <p:cNvSpPr/>
              <p:nvPr/>
            </p:nvSpPr>
            <p:spPr>
              <a:xfrm>
                <a:off x="6498880" y="1597593"/>
                <a:ext cx="844990" cy="818174"/>
              </a:xfrm>
              <a:prstGeom prst="ellipse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12" name="타원 11">
            <a:extLst>
              <a:ext uri="{FF2B5EF4-FFF2-40B4-BE49-F238E27FC236}">
                <a16:creationId xmlns:a16="http://schemas.microsoft.com/office/drawing/2014/main" id="{90641D22-7254-884C-B747-283AF65A5465}"/>
              </a:ext>
            </a:extLst>
          </p:cNvPr>
          <p:cNvSpPr/>
          <p:nvPr/>
        </p:nvSpPr>
        <p:spPr>
          <a:xfrm>
            <a:off x="3063504" y="74354"/>
            <a:ext cx="5220000" cy="52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0929A510-1B4D-209B-32AB-6D9824AB263F}"/>
              </a:ext>
            </a:extLst>
          </p:cNvPr>
          <p:cNvSpPr/>
          <p:nvPr/>
        </p:nvSpPr>
        <p:spPr>
          <a:xfrm>
            <a:off x="7235190" y="2427954"/>
            <a:ext cx="323273" cy="295563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EB520351-C6A7-38BA-CE07-B890879C9796}"/>
              </a:ext>
            </a:extLst>
          </p:cNvPr>
          <p:cNvSpPr/>
          <p:nvPr/>
        </p:nvSpPr>
        <p:spPr>
          <a:xfrm>
            <a:off x="8142553" y="2400874"/>
            <a:ext cx="361732" cy="349721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4A82D7E4-C49A-109E-3F6F-8045CE59DF43}"/>
              </a:ext>
            </a:extLst>
          </p:cNvPr>
          <p:cNvSpPr/>
          <p:nvPr/>
        </p:nvSpPr>
        <p:spPr>
          <a:xfrm>
            <a:off x="5686826" y="982698"/>
            <a:ext cx="3420000" cy="343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CED5562F-60DE-99CB-72A3-33CC7B21DB35}"/>
              </a:ext>
            </a:extLst>
          </p:cNvPr>
          <p:cNvSpPr/>
          <p:nvPr/>
        </p:nvSpPr>
        <p:spPr>
          <a:xfrm>
            <a:off x="7197881" y="4044475"/>
            <a:ext cx="725041" cy="74378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22909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FFB56-C8CC-E1B2-A9AC-6644C4633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타원 26">
            <a:extLst>
              <a:ext uri="{FF2B5EF4-FFF2-40B4-BE49-F238E27FC236}">
                <a16:creationId xmlns:a16="http://schemas.microsoft.com/office/drawing/2014/main" id="{246D079A-E247-AF14-18A8-91D809C51BB3}"/>
              </a:ext>
            </a:extLst>
          </p:cNvPr>
          <p:cNvSpPr/>
          <p:nvPr/>
        </p:nvSpPr>
        <p:spPr>
          <a:xfrm>
            <a:off x="4030011" y="1007297"/>
            <a:ext cx="3420000" cy="342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A8A8FA6F-5A10-2A6B-7388-E6BAB4B359A7}"/>
              </a:ext>
            </a:extLst>
          </p:cNvPr>
          <p:cNvSpPr/>
          <p:nvPr/>
        </p:nvSpPr>
        <p:spPr>
          <a:xfrm>
            <a:off x="5152930" y="2163780"/>
            <a:ext cx="1041149" cy="104114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4F58E772-2B13-F69F-E63E-520F21FC2DCA}"/>
              </a:ext>
            </a:extLst>
          </p:cNvPr>
          <p:cNvGrpSpPr/>
          <p:nvPr/>
        </p:nvGrpSpPr>
        <p:grpSpPr>
          <a:xfrm rot="1480198">
            <a:off x="5269432" y="2375180"/>
            <a:ext cx="3532193" cy="1330642"/>
            <a:chOff x="5251010" y="1778723"/>
            <a:chExt cx="3532193" cy="1330642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E502BF35-C389-2514-47DA-5D9F7C4E5D6D}"/>
                </a:ext>
              </a:extLst>
            </p:cNvPr>
            <p:cNvGrpSpPr/>
            <p:nvPr/>
          </p:nvGrpSpPr>
          <p:grpSpPr>
            <a:xfrm>
              <a:off x="5251010" y="2047701"/>
              <a:ext cx="2046082" cy="1061664"/>
              <a:chOff x="5251010" y="2047701"/>
              <a:chExt cx="2046082" cy="1061664"/>
            </a:xfrm>
          </p:grpSpPr>
          <p:sp>
            <p:nvSpPr>
              <p:cNvPr id="3" name="사각형: 둥근 모서리 2">
                <a:extLst>
                  <a:ext uri="{FF2B5EF4-FFF2-40B4-BE49-F238E27FC236}">
                    <a16:creationId xmlns:a16="http://schemas.microsoft.com/office/drawing/2014/main" id="{9EF8DB2F-91B4-F681-5862-3791F92F671E}"/>
                  </a:ext>
                </a:extLst>
              </p:cNvPr>
              <p:cNvSpPr/>
              <p:nvPr/>
            </p:nvSpPr>
            <p:spPr>
              <a:xfrm rot="19806311">
                <a:off x="5350597" y="2047701"/>
                <a:ext cx="1946495" cy="57942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" name="타원 4">
                <a:extLst>
                  <a:ext uri="{FF2B5EF4-FFF2-40B4-BE49-F238E27FC236}">
                    <a16:creationId xmlns:a16="http://schemas.microsoft.com/office/drawing/2014/main" id="{FD31CCFE-8C56-0324-3A2D-D48EA564E4E2}"/>
                  </a:ext>
                </a:extLst>
              </p:cNvPr>
              <p:cNvSpPr/>
              <p:nvPr/>
            </p:nvSpPr>
            <p:spPr>
              <a:xfrm>
                <a:off x="5251010" y="2263365"/>
                <a:ext cx="844990" cy="84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D58B1428-DBB2-4868-A722-E1F9763B76BB}"/>
                </a:ext>
              </a:extLst>
            </p:cNvPr>
            <p:cNvGrpSpPr/>
            <p:nvPr/>
          </p:nvGrpSpPr>
          <p:grpSpPr>
            <a:xfrm rot="1618660">
              <a:off x="6565721" y="1778723"/>
              <a:ext cx="2217482" cy="1222168"/>
              <a:chOff x="6498880" y="1597593"/>
              <a:chExt cx="2217482" cy="1222168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6A4F288E-A43B-12BB-9CCB-DE56D43BEF2D}"/>
                  </a:ext>
                </a:extLst>
              </p:cNvPr>
              <p:cNvSpPr/>
              <p:nvPr/>
            </p:nvSpPr>
            <p:spPr>
              <a:xfrm rot="2014633">
                <a:off x="6769867" y="2240339"/>
                <a:ext cx="1946495" cy="579422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5E0A8545-2C20-3BFB-9BE0-0E3BB7F7339E}"/>
                  </a:ext>
                </a:extLst>
              </p:cNvPr>
              <p:cNvSpPr/>
              <p:nvPr/>
            </p:nvSpPr>
            <p:spPr>
              <a:xfrm>
                <a:off x="6498880" y="1597593"/>
                <a:ext cx="844990" cy="818174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12" name="타원 11">
            <a:extLst>
              <a:ext uri="{FF2B5EF4-FFF2-40B4-BE49-F238E27FC236}">
                <a16:creationId xmlns:a16="http://schemas.microsoft.com/office/drawing/2014/main" id="{4031F8D4-3F07-902B-5746-8D4F5C4D0692}"/>
              </a:ext>
            </a:extLst>
          </p:cNvPr>
          <p:cNvSpPr/>
          <p:nvPr/>
        </p:nvSpPr>
        <p:spPr>
          <a:xfrm>
            <a:off x="3063504" y="74354"/>
            <a:ext cx="5220000" cy="52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41F106BE-27EA-86B2-3DAF-A14150E5BFC7}"/>
              </a:ext>
            </a:extLst>
          </p:cNvPr>
          <p:cNvSpPr/>
          <p:nvPr/>
        </p:nvSpPr>
        <p:spPr>
          <a:xfrm>
            <a:off x="7235190" y="2427954"/>
            <a:ext cx="323273" cy="295563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49F46AD2-68CE-3945-0BBA-09D30552FB52}"/>
              </a:ext>
            </a:extLst>
          </p:cNvPr>
          <p:cNvSpPr/>
          <p:nvPr/>
        </p:nvSpPr>
        <p:spPr>
          <a:xfrm>
            <a:off x="8142553" y="2400874"/>
            <a:ext cx="361732" cy="349721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400CBE77-ECC3-D839-34A4-C7B8A784FCC1}"/>
              </a:ext>
            </a:extLst>
          </p:cNvPr>
          <p:cNvSpPr/>
          <p:nvPr/>
        </p:nvSpPr>
        <p:spPr>
          <a:xfrm>
            <a:off x="5686826" y="982698"/>
            <a:ext cx="3420000" cy="343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01C3DA6C-B217-B88E-D7DA-6DD28452AFC3}"/>
              </a:ext>
            </a:extLst>
          </p:cNvPr>
          <p:cNvSpPr/>
          <p:nvPr/>
        </p:nvSpPr>
        <p:spPr>
          <a:xfrm>
            <a:off x="7197881" y="4044475"/>
            <a:ext cx="725041" cy="74378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60821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BBC61-D140-0EBF-5CEC-37099E4BE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타원 26">
            <a:extLst>
              <a:ext uri="{FF2B5EF4-FFF2-40B4-BE49-F238E27FC236}">
                <a16:creationId xmlns:a16="http://schemas.microsoft.com/office/drawing/2014/main" id="{B2A32DD4-05E0-3E0C-EF5B-8F643A39827E}"/>
              </a:ext>
            </a:extLst>
          </p:cNvPr>
          <p:cNvSpPr/>
          <p:nvPr/>
        </p:nvSpPr>
        <p:spPr>
          <a:xfrm>
            <a:off x="4030011" y="1007297"/>
            <a:ext cx="3420000" cy="342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D5728C-BF0A-4D02-6225-FBE73E0DA6E2}"/>
              </a:ext>
            </a:extLst>
          </p:cNvPr>
          <p:cNvSpPr/>
          <p:nvPr/>
        </p:nvSpPr>
        <p:spPr>
          <a:xfrm>
            <a:off x="5152930" y="2163780"/>
            <a:ext cx="1041149" cy="104114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D1F6B48-8C56-ECDB-0EB2-A0810576B024}"/>
              </a:ext>
            </a:extLst>
          </p:cNvPr>
          <p:cNvGrpSpPr/>
          <p:nvPr/>
        </p:nvGrpSpPr>
        <p:grpSpPr>
          <a:xfrm rot="9124632">
            <a:off x="2883710" y="2913352"/>
            <a:ext cx="3532193" cy="1330642"/>
            <a:chOff x="5251010" y="1778723"/>
            <a:chExt cx="3532193" cy="1330642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5E95AD6D-3D2E-C21A-88FA-CA587171F760}"/>
                </a:ext>
              </a:extLst>
            </p:cNvPr>
            <p:cNvGrpSpPr/>
            <p:nvPr/>
          </p:nvGrpSpPr>
          <p:grpSpPr>
            <a:xfrm>
              <a:off x="5251010" y="2047701"/>
              <a:ext cx="2046082" cy="1061664"/>
              <a:chOff x="5251010" y="2047701"/>
              <a:chExt cx="2046082" cy="1061664"/>
            </a:xfrm>
          </p:grpSpPr>
          <p:sp>
            <p:nvSpPr>
              <p:cNvPr id="3" name="사각형: 둥근 모서리 2">
                <a:extLst>
                  <a:ext uri="{FF2B5EF4-FFF2-40B4-BE49-F238E27FC236}">
                    <a16:creationId xmlns:a16="http://schemas.microsoft.com/office/drawing/2014/main" id="{33326427-01B8-3156-B772-9D2A290FC6FC}"/>
                  </a:ext>
                </a:extLst>
              </p:cNvPr>
              <p:cNvSpPr/>
              <p:nvPr/>
            </p:nvSpPr>
            <p:spPr>
              <a:xfrm rot="19806311">
                <a:off x="5350597" y="2047701"/>
                <a:ext cx="1946495" cy="57942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" name="타원 4">
                <a:extLst>
                  <a:ext uri="{FF2B5EF4-FFF2-40B4-BE49-F238E27FC236}">
                    <a16:creationId xmlns:a16="http://schemas.microsoft.com/office/drawing/2014/main" id="{E431B7F2-3342-10CE-8348-A21EB12745F2}"/>
                  </a:ext>
                </a:extLst>
              </p:cNvPr>
              <p:cNvSpPr/>
              <p:nvPr/>
            </p:nvSpPr>
            <p:spPr>
              <a:xfrm>
                <a:off x="5251010" y="2263365"/>
                <a:ext cx="844990" cy="84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66EC479E-02E6-C3A2-9A68-D39BD062482B}"/>
                </a:ext>
              </a:extLst>
            </p:cNvPr>
            <p:cNvGrpSpPr/>
            <p:nvPr/>
          </p:nvGrpSpPr>
          <p:grpSpPr>
            <a:xfrm rot="1618660">
              <a:off x="6565721" y="1778723"/>
              <a:ext cx="2217482" cy="1222168"/>
              <a:chOff x="6498880" y="1597593"/>
              <a:chExt cx="2217482" cy="1222168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224151B9-9568-BAE8-2486-C0B33B5A315F}"/>
                  </a:ext>
                </a:extLst>
              </p:cNvPr>
              <p:cNvSpPr/>
              <p:nvPr/>
            </p:nvSpPr>
            <p:spPr>
              <a:xfrm rot="2014633">
                <a:off x="6769867" y="2240339"/>
                <a:ext cx="1946495" cy="579422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148490B4-A0E4-F6AD-4DBF-595D9CC045F7}"/>
                  </a:ext>
                </a:extLst>
              </p:cNvPr>
              <p:cNvSpPr/>
              <p:nvPr/>
            </p:nvSpPr>
            <p:spPr>
              <a:xfrm>
                <a:off x="6498880" y="1597593"/>
                <a:ext cx="844990" cy="818174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</p:grpSp>
      <p:sp>
        <p:nvSpPr>
          <p:cNvPr id="12" name="타원 11">
            <a:extLst>
              <a:ext uri="{FF2B5EF4-FFF2-40B4-BE49-F238E27FC236}">
                <a16:creationId xmlns:a16="http://schemas.microsoft.com/office/drawing/2014/main" id="{C9E16E33-965B-CEAE-96D3-6842B04A9765}"/>
              </a:ext>
            </a:extLst>
          </p:cNvPr>
          <p:cNvSpPr/>
          <p:nvPr/>
        </p:nvSpPr>
        <p:spPr>
          <a:xfrm>
            <a:off x="3063504" y="74354"/>
            <a:ext cx="5220000" cy="52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13FFF52A-E0C3-671E-A80D-AF882F6F55E0}"/>
              </a:ext>
            </a:extLst>
          </p:cNvPr>
          <p:cNvSpPr/>
          <p:nvPr/>
        </p:nvSpPr>
        <p:spPr>
          <a:xfrm>
            <a:off x="7283686" y="2472293"/>
            <a:ext cx="323273" cy="295563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29558B55-6476-6065-C0D8-CA1C0141B858}"/>
              </a:ext>
            </a:extLst>
          </p:cNvPr>
          <p:cNvSpPr/>
          <p:nvPr/>
        </p:nvSpPr>
        <p:spPr>
          <a:xfrm>
            <a:off x="8142553" y="2400874"/>
            <a:ext cx="361732" cy="349721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6674D856-BE34-4EDE-F78B-7A36CCAA25EF}"/>
              </a:ext>
            </a:extLst>
          </p:cNvPr>
          <p:cNvSpPr/>
          <p:nvPr/>
        </p:nvSpPr>
        <p:spPr>
          <a:xfrm>
            <a:off x="5673504" y="1000097"/>
            <a:ext cx="3420000" cy="343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FB27374-91F7-B043-B4E3-584F2FB7F4FA}"/>
              </a:ext>
            </a:extLst>
          </p:cNvPr>
          <p:cNvSpPr/>
          <p:nvPr/>
        </p:nvSpPr>
        <p:spPr>
          <a:xfrm>
            <a:off x="2773073" y="2684354"/>
            <a:ext cx="725041" cy="74378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2613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37A095BF-C68C-707B-3B7A-7A8EEF575B46}"/>
              </a:ext>
            </a:extLst>
          </p:cNvPr>
          <p:cNvGrpSpPr/>
          <p:nvPr/>
        </p:nvGrpSpPr>
        <p:grpSpPr>
          <a:xfrm>
            <a:off x="2459465" y="667502"/>
            <a:ext cx="6760735" cy="5522996"/>
            <a:chOff x="687845" y="2332129"/>
            <a:chExt cx="4308091" cy="3616228"/>
          </a:xfrm>
          <a:solidFill>
            <a:schemeClr val="bg1"/>
          </a:solidFill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2082C0DF-446A-36D0-6C3D-7659E874EA48}"/>
                </a:ext>
              </a:extLst>
            </p:cNvPr>
            <p:cNvSpPr/>
            <p:nvPr/>
          </p:nvSpPr>
          <p:spPr>
            <a:xfrm>
              <a:off x="2916560" y="4594635"/>
              <a:ext cx="862607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D07DE0D5-A71A-DEB5-15FC-0F134C1CA8B0}"/>
                </a:ext>
              </a:extLst>
            </p:cNvPr>
            <p:cNvSpPr/>
            <p:nvPr/>
          </p:nvSpPr>
          <p:spPr>
            <a:xfrm>
              <a:off x="1904213" y="4594635"/>
              <a:ext cx="862608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4" name="육각형 33">
              <a:extLst>
                <a:ext uri="{FF2B5EF4-FFF2-40B4-BE49-F238E27FC236}">
                  <a16:creationId xmlns:a16="http://schemas.microsoft.com/office/drawing/2014/main" id="{D71A7FD4-C99F-F98D-77AD-F1D30D2C5681}"/>
                </a:ext>
              </a:extLst>
            </p:cNvPr>
            <p:cNvSpPr/>
            <p:nvPr/>
          </p:nvSpPr>
          <p:spPr>
            <a:xfrm rot="5400000">
              <a:off x="1828993" y="3153455"/>
              <a:ext cx="2025000" cy="2025000"/>
            </a:xfrm>
            <a:prstGeom prst="hexagon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19520B86-B296-A924-90A9-91391B24C45D}"/>
                </a:ext>
              </a:extLst>
            </p:cNvPr>
            <p:cNvSpPr/>
            <p:nvPr/>
          </p:nvSpPr>
          <p:spPr>
            <a:xfrm rot="20011563">
              <a:off x="1973936" y="330560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FC3FC0A5-D8DA-C4C4-E60F-AEF4A851764C}"/>
                </a:ext>
              </a:extLst>
            </p:cNvPr>
            <p:cNvSpPr/>
            <p:nvPr/>
          </p:nvSpPr>
          <p:spPr>
            <a:xfrm rot="16200000">
              <a:off x="1424096" y="4098379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22BF9849-9396-2EDE-0E53-23C76DF7B5D2}"/>
                </a:ext>
              </a:extLst>
            </p:cNvPr>
            <p:cNvSpPr/>
            <p:nvPr/>
          </p:nvSpPr>
          <p:spPr>
            <a:xfrm rot="1599716">
              <a:off x="3008452" y="330754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5DBC48FE-F035-F92A-B3A0-D0E44F4AE569}"/>
                </a:ext>
              </a:extLst>
            </p:cNvPr>
            <p:cNvSpPr/>
            <p:nvPr/>
          </p:nvSpPr>
          <p:spPr>
            <a:xfrm rot="10800000">
              <a:off x="1979126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C18F527A-39C9-310A-4F3C-6775A70D538D}"/>
                </a:ext>
              </a:extLst>
            </p:cNvPr>
            <p:cNvSpPr/>
            <p:nvPr/>
          </p:nvSpPr>
          <p:spPr>
            <a:xfrm rot="10800000">
              <a:off x="2991473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BCB80CB6-2FDD-5335-E155-BD1D46889CC5}"/>
                </a:ext>
              </a:extLst>
            </p:cNvPr>
            <p:cNvSpPr/>
            <p:nvPr/>
          </p:nvSpPr>
          <p:spPr>
            <a:xfrm>
              <a:off x="1904213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8EB7F179-8494-E055-A2E2-8F25FE357712}"/>
                </a:ext>
              </a:extLst>
            </p:cNvPr>
            <p:cNvSpPr/>
            <p:nvPr/>
          </p:nvSpPr>
          <p:spPr>
            <a:xfrm>
              <a:off x="1991300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3588A89B-A2A0-E429-40F9-C8FA14043907}"/>
                </a:ext>
              </a:extLst>
            </p:cNvPr>
            <p:cNvSpPr/>
            <p:nvPr/>
          </p:nvSpPr>
          <p:spPr>
            <a:xfrm>
              <a:off x="2386065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464AEFD8-416B-F82F-0DB2-F5BE49BCB8C6}"/>
                </a:ext>
              </a:extLst>
            </p:cNvPr>
            <p:cNvSpPr/>
            <p:nvPr/>
          </p:nvSpPr>
          <p:spPr>
            <a:xfrm>
              <a:off x="2916560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F91546A6-2C55-8BD8-713E-FF122D72C797}"/>
                </a:ext>
              </a:extLst>
            </p:cNvPr>
            <p:cNvSpPr/>
            <p:nvPr/>
          </p:nvSpPr>
          <p:spPr>
            <a:xfrm>
              <a:off x="3003647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96F0EFB1-D3C3-34E5-CE95-D9363C61BC59}"/>
                </a:ext>
              </a:extLst>
            </p:cNvPr>
            <p:cNvSpPr/>
            <p:nvPr/>
          </p:nvSpPr>
          <p:spPr>
            <a:xfrm>
              <a:off x="3398412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E8272243-314E-AE58-4C39-03D102E98DB1}"/>
                </a:ext>
              </a:extLst>
            </p:cNvPr>
            <p:cNvSpPr/>
            <p:nvPr/>
          </p:nvSpPr>
          <p:spPr>
            <a:xfrm rot="16200000">
              <a:off x="3546904" y="4098380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F88C5AC1-0D9A-387E-CAF1-7C24E2489D51}"/>
                </a:ext>
              </a:extLst>
            </p:cNvPr>
            <p:cNvGrpSpPr/>
            <p:nvPr/>
          </p:nvGrpSpPr>
          <p:grpSpPr>
            <a:xfrm>
              <a:off x="687845" y="3625020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848D741A-57B8-7423-6F57-B93D62D7E004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타원 65">
                <a:extLst>
                  <a:ext uri="{FF2B5EF4-FFF2-40B4-BE49-F238E27FC236}">
                    <a16:creationId xmlns:a16="http://schemas.microsoft.com/office/drawing/2014/main" id="{144E0100-46F9-011A-58A4-9EBAEA710CCB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062C3F1D-0C32-1256-29F8-6D7DDF1D7A9E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A2BF593D-935A-15A8-0D8B-F141A6D2B8F9}"/>
                </a:ext>
              </a:extLst>
            </p:cNvPr>
            <p:cNvGrpSpPr/>
            <p:nvPr/>
          </p:nvGrpSpPr>
          <p:grpSpPr>
            <a:xfrm rot="20016713">
              <a:off x="1538337" y="2333321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859ED3EC-48E1-2FED-2F9D-01997F1DD5CD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E5B9F2CE-4A03-ECD0-26E6-9AE71191BF99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4" name="타원 63">
                <a:extLst>
                  <a:ext uri="{FF2B5EF4-FFF2-40B4-BE49-F238E27FC236}">
                    <a16:creationId xmlns:a16="http://schemas.microsoft.com/office/drawing/2014/main" id="{32D596C1-A5F1-D7D3-DDCA-845B13B03D4E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DBEC4C93-F789-E5EA-E7EE-F9C50E13A73B}"/>
                </a:ext>
              </a:extLst>
            </p:cNvPr>
            <p:cNvGrpSpPr/>
            <p:nvPr/>
          </p:nvGrpSpPr>
          <p:grpSpPr>
            <a:xfrm rot="1600827">
              <a:off x="3099458" y="2332129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8FB9DA81-0766-88E6-A499-C883086020AE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타원 59">
                <a:extLst>
                  <a:ext uri="{FF2B5EF4-FFF2-40B4-BE49-F238E27FC236}">
                    <a16:creationId xmlns:a16="http://schemas.microsoft.com/office/drawing/2014/main" id="{9F419CCC-0673-8761-8235-0A4A54339E61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1" name="타원 60">
                <a:extLst>
                  <a:ext uri="{FF2B5EF4-FFF2-40B4-BE49-F238E27FC236}">
                    <a16:creationId xmlns:a16="http://schemas.microsoft.com/office/drawing/2014/main" id="{4F771A56-4988-D57B-8499-F31F10FEBD78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97118D3A-D10D-B533-9B83-35E62B94434E}"/>
                </a:ext>
              </a:extLst>
            </p:cNvPr>
            <p:cNvGrpSpPr/>
            <p:nvPr/>
          </p:nvGrpSpPr>
          <p:grpSpPr>
            <a:xfrm>
              <a:off x="3951936" y="3625020"/>
              <a:ext cx="1044000" cy="1044000"/>
              <a:chOff x="691020" y="3625020"/>
              <a:chExt cx="1044000" cy="1044000"/>
            </a:xfrm>
            <a:grpFill/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CE5EA7C3-0EF3-FBEF-B4EB-DA657DE3F440}"/>
                  </a:ext>
                </a:extLst>
              </p:cNvPr>
              <p:cNvSpPr/>
              <p:nvPr/>
            </p:nvSpPr>
            <p:spPr>
              <a:xfrm>
                <a:off x="691020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849D33F3-1EA3-5C81-6FBF-474803083341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9DB39603-F8BB-E139-E455-C990053747CE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A7151A99-1A8F-EBC1-1433-3EB6484095B8}"/>
                </a:ext>
              </a:extLst>
            </p:cNvPr>
            <p:cNvSpPr/>
            <p:nvPr/>
          </p:nvSpPr>
          <p:spPr>
            <a:xfrm rot="10800000">
              <a:off x="197912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4B80C4AD-5DB8-8252-9AB6-86C77B74C3ED}"/>
                </a:ext>
              </a:extLst>
            </p:cNvPr>
            <p:cNvSpPr/>
            <p:nvPr/>
          </p:nvSpPr>
          <p:spPr>
            <a:xfrm rot="10800000">
              <a:off x="299398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</p:grpSp>
      <p:sp>
        <p:nvSpPr>
          <p:cNvPr id="68" name="타원 67">
            <a:extLst>
              <a:ext uri="{FF2B5EF4-FFF2-40B4-BE49-F238E27FC236}">
                <a16:creationId xmlns:a16="http://schemas.microsoft.com/office/drawing/2014/main" id="{A027533B-893C-8BC3-5D14-ACA87BC3AC0E}"/>
              </a:ext>
            </a:extLst>
          </p:cNvPr>
          <p:cNvSpPr/>
          <p:nvPr/>
        </p:nvSpPr>
        <p:spPr>
          <a:xfrm>
            <a:off x="3442224" y="3314776"/>
            <a:ext cx="318356" cy="306986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타원 68">
            <a:extLst>
              <a:ext uri="{FF2B5EF4-FFF2-40B4-BE49-F238E27FC236}">
                <a16:creationId xmlns:a16="http://schemas.microsoft.com/office/drawing/2014/main" id="{77E963A4-25A1-82CE-096C-2EEC6F8162BB}"/>
              </a:ext>
            </a:extLst>
          </p:cNvPr>
          <p:cNvSpPr/>
          <p:nvPr/>
        </p:nvSpPr>
        <p:spPr>
          <a:xfrm>
            <a:off x="4625065" y="3314776"/>
            <a:ext cx="318356" cy="306986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3D172F0A-1306-351D-B0BB-08B448D1C007}"/>
              </a:ext>
            </a:extLst>
          </p:cNvPr>
          <p:cNvCxnSpPr/>
          <p:nvPr/>
        </p:nvCxnSpPr>
        <p:spPr>
          <a:xfrm>
            <a:off x="3586216" y="3468269"/>
            <a:ext cx="11980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17164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983A9-5A90-1FAB-15EF-527DDE3A2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58BBDB05-6972-5E5B-4660-6F1BB54E0F62}"/>
              </a:ext>
            </a:extLst>
          </p:cNvPr>
          <p:cNvGrpSpPr/>
          <p:nvPr/>
        </p:nvGrpSpPr>
        <p:grpSpPr>
          <a:xfrm>
            <a:off x="2459465" y="667502"/>
            <a:ext cx="6760735" cy="5522996"/>
            <a:chOff x="687845" y="2332129"/>
            <a:chExt cx="4308091" cy="3616228"/>
          </a:xfrm>
          <a:solidFill>
            <a:schemeClr val="bg1"/>
          </a:solidFill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31E1DCB0-881E-5899-D200-A4A397A33E5F}"/>
                </a:ext>
              </a:extLst>
            </p:cNvPr>
            <p:cNvSpPr/>
            <p:nvPr/>
          </p:nvSpPr>
          <p:spPr>
            <a:xfrm>
              <a:off x="2916560" y="4594635"/>
              <a:ext cx="862607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7568E252-AC98-BFF4-7C80-32EF9CCC1130}"/>
                </a:ext>
              </a:extLst>
            </p:cNvPr>
            <p:cNvSpPr/>
            <p:nvPr/>
          </p:nvSpPr>
          <p:spPr>
            <a:xfrm>
              <a:off x="1904213" y="4594635"/>
              <a:ext cx="862608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4" name="육각형 33">
              <a:extLst>
                <a:ext uri="{FF2B5EF4-FFF2-40B4-BE49-F238E27FC236}">
                  <a16:creationId xmlns:a16="http://schemas.microsoft.com/office/drawing/2014/main" id="{1A33CF1F-DCEE-3FF2-AC41-B801698E9389}"/>
                </a:ext>
              </a:extLst>
            </p:cNvPr>
            <p:cNvSpPr/>
            <p:nvPr/>
          </p:nvSpPr>
          <p:spPr>
            <a:xfrm rot="5400000">
              <a:off x="1828993" y="3153455"/>
              <a:ext cx="2025000" cy="2025000"/>
            </a:xfrm>
            <a:prstGeom prst="hexagon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CC39FC0D-4CDC-07FC-CCA0-69046229FD32}"/>
                </a:ext>
              </a:extLst>
            </p:cNvPr>
            <p:cNvSpPr/>
            <p:nvPr/>
          </p:nvSpPr>
          <p:spPr>
            <a:xfrm rot="20011563">
              <a:off x="1973936" y="330560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EF27E842-265E-CD49-0B8B-D2E82DBF9FC6}"/>
                </a:ext>
              </a:extLst>
            </p:cNvPr>
            <p:cNvSpPr/>
            <p:nvPr/>
          </p:nvSpPr>
          <p:spPr>
            <a:xfrm rot="16200000">
              <a:off x="1424096" y="4098379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FBC014D7-75EA-AD04-8CC7-D60CB7D98524}"/>
                </a:ext>
              </a:extLst>
            </p:cNvPr>
            <p:cNvSpPr/>
            <p:nvPr/>
          </p:nvSpPr>
          <p:spPr>
            <a:xfrm rot="1599716">
              <a:off x="3008452" y="330754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711FB1F4-8A7A-8D99-A8CC-EFF182EE6820}"/>
                </a:ext>
              </a:extLst>
            </p:cNvPr>
            <p:cNvSpPr/>
            <p:nvPr/>
          </p:nvSpPr>
          <p:spPr>
            <a:xfrm rot="10800000">
              <a:off x="1979126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9C940EED-A48F-8647-57D6-E4ADC0A86B2D}"/>
                </a:ext>
              </a:extLst>
            </p:cNvPr>
            <p:cNvSpPr/>
            <p:nvPr/>
          </p:nvSpPr>
          <p:spPr>
            <a:xfrm rot="10800000">
              <a:off x="2991473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F576FAA5-D24B-A3F2-A382-17EDAA1D6667}"/>
                </a:ext>
              </a:extLst>
            </p:cNvPr>
            <p:cNvSpPr/>
            <p:nvPr/>
          </p:nvSpPr>
          <p:spPr>
            <a:xfrm>
              <a:off x="1904213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A5027E06-5A13-379E-B4EA-B9F392A119FD}"/>
                </a:ext>
              </a:extLst>
            </p:cNvPr>
            <p:cNvSpPr/>
            <p:nvPr/>
          </p:nvSpPr>
          <p:spPr>
            <a:xfrm>
              <a:off x="1991300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BA062A5C-6637-23C7-B341-017316B2BF7D}"/>
                </a:ext>
              </a:extLst>
            </p:cNvPr>
            <p:cNvSpPr/>
            <p:nvPr/>
          </p:nvSpPr>
          <p:spPr>
            <a:xfrm>
              <a:off x="2386065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8DFF2733-2D20-A12D-78E4-4FD0928DEBF0}"/>
                </a:ext>
              </a:extLst>
            </p:cNvPr>
            <p:cNvSpPr/>
            <p:nvPr/>
          </p:nvSpPr>
          <p:spPr>
            <a:xfrm>
              <a:off x="2916560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E96FD338-33FA-224D-A7CD-1C547A6A0B61}"/>
                </a:ext>
              </a:extLst>
            </p:cNvPr>
            <p:cNvSpPr/>
            <p:nvPr/>
          </p:nvSpPr>
          <p:spPr>
            <a:xfrm>
              <a:off x="3003647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2D02D39D-C75D-A9F5-6BE1-6248553A11D0}"/>
                </a:ext>
              </a:extLst>
            </p:cNvPr>
            <p:cNvSpPr/>
            <p:nvPr/>
          </p:nvSpPr>
          <p:spPr>
            <a:xfrm>
              <a:off x="3398412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54F10D10-7A76-325D-3BFD-2527C7042C03}"/>
                </a:ext>
              </a:extLst>
            </p:cNvPr>
            <p:cNvSpPr/>
            <p:nvPr/>
          </p:nvSpPr>
          <p:spPr>
            <a:xfrm rot="16200000">
              <a:off x="3546904" y="4098380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87A9D86E-C652-9125-71CD-4C3A894F7DCD}"/>
                </a:ext>
              </a:extLst>
            </p:cNvPr>
            <p:cNvGrpSpPr/>
            <p:nvPr/>
          </p:nvGrpSpPr>
          <p:grpSpPr>
            <a:xfrm>
              <a:off x="687845" y="3625020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6A157B1E-6B5C-95FC-40C9-1CBB2E7323F5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타원 65">
                <a:extLst>
                  <a:ext uri="{FF2B5EF4-FFF2-40B4-BE49-F238E27FC236}">
                    <a16:creationId xmlns:a16="http://schemas.microsoft.com/office/drawing/2014/main" id="{A2424BAE-5629-45AE-77F7-83847DA3133B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1FEF2D92-62EB-34F3-DF9A-A5359DDDD4FE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1026F959-5338-4705-2D2C-93946B5CEB77}"/>
                </a:ext>
              </a:extLst>
            </p:cNvPr>
            <p:cNvGrpSpPr/>
            <p:nvPr/>
          </p:nvGrpSpPr>
          <p:grpSpPr>
            <a:xfrm rot="20016713">
              <a:off x="1538337" y="2333321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06154428-83E6-1F88-FF11-DAB03DD75D1D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E3CFE7C7-2389-EFD3-857F-02F34D6AD595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4" name="타원 63">
                <a:extLst>
                  <a:ext uri="{FF2B5EF4-FFF2-40B4-BE49-F238E27FC236}">
                    <a16:creationId xmlns:a16="http://schemas.microsoft.com/office/drawing/2014/main" id="{8646D035-10BC-EAFF-9A47-3804739B3A3C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DED15128-1818-1F07-C5AE-915D87E8A943}"/>
                </a:ext>
              </a:extLst>
            </p:cNvPr>
            <p:cNvGrpSpPr/>
            <p:nvPr/>
          </p:nvGrpSpPr>
          <p:grpSpPr>
            <a:xfrm rot="1600827">
              <a:off x="3099458" y="2332129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CA75361A-D959-EB13-6BB4-AC854E1DDCD6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타원 59">
                <a:extLst>
                  <a:ext uri="{FF2B5EF4-FFF2-40B4-BE49-F238E27FC236}">
                    <a16:creationId xmlns:a16="http://schemas.microsoft.com/office/drawing/2014/main" id="{F5E08281-82C2-024C-6A5B-64A457308E0E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1" name="타원 60">
                <a:extLst>
                  <a:ext uri="{FF2B5EF4-FFF2-40B4-BE49-F238E27FC236}">
                    <a16:creationId xmlns:a16="http://schemas.microsoft.com/office/drawing/2014/main" id="{B1A2FA04-E30A-3CBA-4374-995CA0438DDC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9910DDF6-FA99-13BB-482B-B416A3FDAD57}"/>
                </a:ext>
              </a:extLst>
            </p:cNvPr>
            <p:cNvGrpSpPr/>
            <p:nvPr/>
          </p:nvGrpSpPr>
          <p:grpSpPr>
            <a:xfrm>
              <a:off x="3951936" y="3625020"/>
              <a:ext cx="1044000" cy="1044000"/>
              <a:chOff x="691020" y="3625020"/>
              <a:chExt cx="1044000" cy="1044000"/>
            </a:xfrm>
            <a:grpFill/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6E3DCB5F-8ECC-708A-480B-2EE208B77DF7}"/>
                  </a:ext>
                </a:extLst>
              </p:cNvPr>
              <p:cNvSpPr/>
              <p:nvPr/>
            </p:nvSpPr>
            <p:spPr>
              <a:xfrm>
                <a:off x="691020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D34854CA-6E7C-5137-519C-DE67AC0FEDD8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9FDC433D-6B39-D10B-AEC0-F0DD2EADB0E8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3F725DF2-67E1-1854-CEAD-4B8AEECC4BD9}"/>
                </a:ext>
              </a:extLst>
            </p:cNvPr>
            <p:cNvSpPr/>
            <p:nvPr/>
          </p:nvSpPr>
          <p:spPr>
            <a:xfrm rot="10800000">
              <a:off x="197912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EBA6BBE3-50C9-6F25-60BA-9E1995DB8438}"/>
                </a:ext>
              </a:extLst>
            </p:cNvPr>
            <p:cNvSpPr/>
            <p:nvPr/>
          </p:nvSpPr>
          <p:spPr>
            <a:xfrm rot="10800000">
              <a:off x="299398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</p:grpSp>
      <p:sp>
        <p:nvSpPr>
          <p:cNvPr id="69" name="타원 68">
            <a:extLst>
              <a:ext uri="{FF2B5EF4-FFF2-40B4-BE49-F238E27FC236}">
                <a16:creationId xmlns:a16="http://schemas.microsoft.com/office/drawing/2014/main" id="{7C375616-6583-036C-B53E-55B08DFF4524}"/>
              </a:ext>
            </a:extLst>
          </p:cNvPr>
          <p:cNvSpPr/>
          <p:nvPr/>
        </p:nvSpPr>
        <p:spPr>
          <a:xfrm>
            <a:off x="4625065" y="3314776"/>
            <a:ext cx="318356" cy="30698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54C236B2-5A45-6DD3-167A-E87AAFF22017}"/>
              </a:ext>
            </a:extLst>
          </p:cNvPr>
          <p:cNvSpPr/>
          <p:nvPr/>
        </p:nvSpPr>
        <p:spPr>
          <a:xfrm>
            <a:off x="4750702" y="2353638"/>
            <a:ext cx="2207498" cy="2171424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387F98-AA31-5B92-A3DB-B62C8CE3BC81}"/>
              </a:ext>
            </a:extLst>
          </p:cNvPr>
          <p:cNvSpPr txBox="1"/>
          <p:nvPr/>
        </p:nvSpPr>
        <p:spPr>
          <a:xfrm>
            <a:off x="4784243" y="2968014"/>
            <a:ext cx="1486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패널 </a:t>
            </a:r>
            <a:r>
              <a:rPr lang="en-US" altLang="ko-KR" dirty="0"/>
              <a:t>change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9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E46A9-3060-B027-4824-B62465650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862DFAB7-6DCF-585B-8F18-024D41097B94}"/>
              </a:ext>
            </a:extLst>
          </p:cNvPr>
          <p:cNvGrpSpPr/>
          <p:nvPr/>
        </p:nvGrpSpPr>
        <p:grpSpPr>
          <a:xfrm>
            <a:off x="2459465" y="667502"/>
            <a:ext cx="6760735" cy="5522996"/>
            <a:chOff x="687845" y="2332129"/>
            <a:chExt cx="4308091" cy="3616228"/>
          </a:xfrm>
          <a:solidFill>
            <a:schemeClr val="bg1"/>
          </a:solidFill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B5222B77-37F2-1384-CB69-9ABC344E0311}"/>
                </a:ext>
              </a:extLst>
            </p:cNvPr>
            <p:cNvSpPr/>
            <p:nvPr/>
          </p:nvSpPr>
          <p:spPr>
            <a:xfrm>
              <a:off x="2916560" y="4594635"/>
              <a:ext cx="862607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BF776A53-DF1C-3A43-C6AC-A8DE1EED7D1A}"/>
                </a:ext>
              </a:extLst>
            </p:cNvPr>
            <p:cNvSpPr/>
            <p:nvPr/>
          </p:nvSpPr>
          <p:spPr>
            <a:xfrm>
              <a:off x="1904213" y="4594635"/>
              <a:ext cx="862608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4" name="육각형 33">
              <a:extLst>
                <a:ext uri="{FF2B5EF4-FFF2-40B4-BE49-F238E27FC236}">
                  <a16:creationId xmlns:a16="http://schemas.microsoft.com/office/drawing/2014/main" id="{FBAD968B-1176-5C5D-920A-FE4A24A16B1D}"/>
                </a:ext>
              </a:extLst>
            </p:cNvPr>
            <p:cNvSpPr/>
            <p:nvPr/>
          </p:nvSpPr>
          <p:spPr>
            <a:xfrm rot="5400000">
              <a:off x="1828993" y="3153455"/>
              <a:ext cx="2025000" cy="2025000"/>
            </a:xfrm>
            <a:prstGeom prst="hexagon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8C33F3D2-EE8B-8DB7-9ABB-FD2C2099B899}"/>
                </a:ext>
              </a:extLst>
            </p:cNvPr>
            <p:cNvSpPr/>
            <p:nvPr/>
          </p:nvSpPr>
          <p:spPr>
            <a:xfrm rot="20011563">
              <a:off x="1973936" y="330560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2517DF6A-849A-E9CC-A7F7-5BBA669A1FCC}"/>
                </a:ext>
              </a:extLst>
            </p:cNvPr>
            <p:cNvSpPr/>
            <p:nvPr/>
          </p:nvSpPr>
          <p:spPr>
            <a:xfrm rot="16200000">
              <a:off x="1424096" y="4098379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E2267932-4099-38AA-2AA3-0A35B723C0A4}"/>
                </a:ext>
              </a:extLst>
            </p:cNvPr>
            <p:cNvSpPr/>
            <p:nvPr/>
          </p:nvSpPr>
          <p:spPr>
            <a:xfrm rot="1599716">
              <a:off x="3008452" y="330754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5E65A9CD-D826-2997-48A0-328A709D5367}"/>
                </a:ext>
              </a:extLst>
            </p:cNvPr>
            <p:cNvSpPr/>
            <p:nvPr/>
          </p:nvSpPr>
          <p:spPr>
            <a:xfrm rot="10800000">
              <a:off x="1979126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F6CF1E0C-49A4-B5C6-6B48-DF7F02CAE542}"/>
                </a:ext>
              </a:extLst>
            </p:cNvPr>
            <p:cNvSpPr/>
            <p:nvPr/>
          </p:nvSpPr>
          <p:spPr>
            <a:xfrm rot="10800000">
              <a:off x="2991473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296DC09A-0D71-D520-56A2-D5EF2DE369CE}"/>
                </a:ext>
              </a:extLst>
            </p:cNvPr>
            <p:cNvSpPr/>
            <p:nvPr/>
          </p:nvSpPr>
          <p:spPr>
            <a:xfrm>
              <a:off x="1904213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7E9E058A-5D7C-9B6C-04F0-6B6E5EC57D5A}"/>
                </a:ext>
              </a:extLst>
            </p:cNvPr>
            <p:cNvSpPr/>
            <p:nvPr/>
          </p:nvSpPr>
          <p:spPr>
            <a:xfrm>
              <a:off x="1991300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70899266-DBF5-00E7-5EFC-3533A427C328}"/>
                </a:ext>
              </a:extLst>
            </p:cNvPr>
            <p:cNvSpPr/>
            <p:nvPr/>
          </p:nvSpPr>
          <p:spPr>
            <a:xfrm>
              <a:off x="2386065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B84D20B9-DA4C-CDA4-A522-1AAE60962C16}"/>
                </a:ext>
              </a:extLst>
            </p:cNvPr>
            <p:cNvSpPr/>
            <p:nvPr/>
          </p:nvSpPr>
          <p:spPr>
            <a:xfrm>
              <a:off x="2916560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E5F16F4B-73F1-FE86-BE7D-313B2809CB23}"/>
                </a:ext>
              </a:extLst>
            </p:cNvPr>
            <p:cNvSpPr/>
            <p:nvPr/>
          </p:nvSpPr>
          <p:spPr>
            <a:xfrm>
              <a:off x="3003647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AEB08BAE-77E3-1D27-6B6D-8AF6CFAFCEA3}"/>
                </a:ext>
              </a:extLst>
            </p:cNvPr>
            <p:cNvSpPr/>
            <p:nvPr/>
          </p:nvSpPr>
          <p:spPr>
            <a:xfrm>
              <a:off x="3398412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CCBC668E-DB4C-AA97-25B2-38A18C09ED5A}"/>
                </a:ext>
              </a:extLst>
            </p:cNvPr>
            <p:cNvSpPr/>
            <p:nvPr/>
          </p:nvSpPr>
          <p:spPr>
            <a:xfrm rot="16200000">
              <a:off x="3546904" y="4098380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D9994653-7AD3-C86D-5596-5245B470A7F7}"/>
                </a:ext>
              </a:extLst>
            </p:cNvPr>
            <p:cNvGrpSpPr/>
            <p:nvPr/>
          </p:nvGrpSpPr>
          <p:grpSpPr>
            <a:xfrm>
              <a:off x="687845" y="3625020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0FED0BDB-896D-2696-4FFA-8D57D6320161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타원 65">
                <a:extLst>
                  <a:ext uri="{FF2B5EF4-FFF2-40B4-BE49-F238E27FC236}">
                    <a16:creationId xmlns:a16="http://schemas.microsoft.com/office/drawing/2014/main" id="{FCFCCAA0-3790-EA25-EE32-4D233E3E7697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319C1EC7-3FE3-B984-44A2-F9BEBDC131F0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BFAB11ED-73AE-BE37-98EC-91831BAA7F9D}"/>
                </a:ext>
              </a:extLst>
            </p:cNvPr>
            <p:cNvGrpSpPr/>
            <p:nvPr/>
          </p:nvGrpSpPr>
          <p:grpSpPr>
            <a:xfrm rot="20016713">
              <a:off x="1538337" y="2333321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926DB607-92DD-E558-4A60-488E43441279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2074B656-81BE-5B53-A5C0-D7E4506433B0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4" name="타원 63">
                <a:extLst>
                  <a:ext uri="{FF2B5EF4-FFF2-40B4-BE49-F238E27FC236}">
                    <a16:creationId xmlns:a16="http://schemas.microsoft.com/office/drawing/2014/main" id="{0A7ABAED-D16F-1437-BBA2-B4AE901C1749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58932E50-2F61-33E9-B39F-9BC06BEEE960}"/>
                </a:ext>
              </a:extLst>
            </p:cNvPr>
            <p:cNvGrpSpPr/>
            <p:nvPr/>
          </p:nvGrpSpPr>
          <p:grpSpPr>
            <a:xfrm rot="1600827">
              <a:off x="3099458" y="2332129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9D7FEFC2-2FFF-D78F-6A77-0162389E2B41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타원 59">
                <a:extLst>
                  <a:ext uri="{FF2B5EF4-FFF2-40B4-BE49-F238E27FC236}">
                    <a16:creationId xmlns:a16="http://schemas.microsoft.com/office/drawing/2014/main" id="{80504161-2479-7A03-EA51-AB6206E42B31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1" name="타원 60">
                <a:extLst>
                  <a:ext uri="{FF2B5EF4-FFF2-40B4-BE49-F238E27FC236}">
                    <a16:creationId xmlns:a16="http://schemas.microsoft.com/office/drawing/2014/main" id="{69ED2D8F-8557-DBCF-26A4-602DD5310DBB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BAABAF34-D7D2-5052-8D69-86C6F505CE2E}"/>
                </a:ext>
              </a:extLst>
            </p:cNvPr>
            <p:cNvGrpSpPr/>
            <p:nvPr/>
          </p:nvGrpSpPr>
          <p:grpSpPr>
            <a:xfrm>
              <a:off x="3951936" y="3625020"/>
              <a:ext cx="1044000" cy="1044000"/>
              <a:chOff x="691020" y="3625020"/>
              <a:chExt cx="1044000" cy="1044000"/>
            </a:xfrm>
            <a:grpFill/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49F809D1-51E5-EB98-F52F-E634DD4CAAA5}"/>
                  </a:ext>
                </a:extLst>
              </p:cNvPr>
              <p:cNvSpPr/>
              <p:nvPr/>
            </p:nvSpPr>
            <p:spPr>
              <a:xfrm>
                <a:off x="691020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05B12099-99C3-8E9F-6F8F-F721368C50A6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30FF7687-ED98-CE55-3524-693F6E3A8767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F67AF511-F13B-CE16-B30A-B206A6BA5161}"/>
                </a:ext>
              </a:extLst>
            </p:cNvPr>
            <p:cNvSpPr/>
            <p:nvPr/>
          </p:nvSpPr>
          <p:spPr>
            <a:xfrm rot="10800000">
              <a:off x="197912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EA208818-FF05-1C0B-251A-4203FB74BACE}"/>
                </a:ext>
              </a:extLst>
            </p:cNvPr>
            <p:cNvSpPr/>
            <p:nvPr/>
          </p:nvSpPr>
          <p:spPr>
            <a:xfrm rot="10800000">
              <a:off x="299398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</p:grpSp>
      <p:sp>
        <p:nvSpPr>
          <p:cNvPr id="69" name="타원 68">
            <a:extLst>
              <a:ext uri="{FF2B5EF4-FFF2-40B4-BE49-F238E27FC236}">
                <a16:creationId xmlns:a16="http://schemas.microsoft.com/office/drawing/2014/main" id="{A6C11329-1359-44FE-98F9-CFC4EEB01516}"/>
              </a:ext>
            </a:extLst>
          </p:cNvPr>
          <p:cNvSpPr/>
          <p:nvPr/>
        </p:nvSpPr>
        <p:spPr>
          <a:xfrm>
            <a:off x="5116925" y="4179545"/>
            <a:ext cx="318356" cy="306986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1F9F10BD-A16B-E49F-4F36-87A4BB514F38}"/>
              </a:ext>
            </a:extLst>
          </p:cNvPr>
          <p:cNvSpPr/>
          <p:nvPr/>
        </p:nvSpPr>
        <p:spPr>
          <a:xfrm>
            <a:off x="4750702" y="2353638"/>
            <a:ext cx="2207498" cy="2171424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520123-8BDD-D668-622A-88E5109FA731}"/>
              </a:ext>
            </a:extLst>
          </p:cNvPr>
          <p:cNvSpPr txBox="1"/>
          <p:nvPr/>
        </p:nvSpPr>
        <p:spPr>
          <a:xfrm>
            <a:off x="5179435" y="3393606"/>
            <a:ext cx="222048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원의 좌표</a:t>
            </a:r>
            <a:r>
              <a:rPr lang="en-US" altLang="ko-KR" dirty="0"/>
              <a:t>or</a:t>
            </a:r>
            <a:r>
              <a:rPr lang="ko-KR" altLang="en-US" dirty="0"/>
              <a:t>회전각</a:t>
            </a:r>
            <a:endParaRPr lang="en-US" altLang="ko-KR" dirty="0"/>
          </a:p>
          <a:p>
            <a:r>
              <a:rPr lang="en-US" altLang="ko-KR" dirty="0"/>
              <a:t>-&gt;</a:t>
            </a:r>
            <a:r>
              <a:rPr lang="ko-KR" altLang="en-US" dirty="0"/>
              <a:t>해당하는 좌표에 </a:t>
            </a:r>
            <a:endParaRPr lang="en-US" altLang="ko-KR" dirty="0"/>
          </a:p>
          <a:p>
            <a:r>
              <a:rPr lang="ko-KR" altLang="en-US" dirty="0"/>
              <a:t>   이미지 띄움</a:t>
            </a:r>
          </a:p>
        </p:txBody>
      </p:sp>
    </p:spTree>
    <p:extLst>
      <p:ext uri="{BB962C8B-B14F-4D97-AF65-F5344CB8AC3E}">
        <p14:creationId xmlns:p14="http://schemas.microsoft.com/office/powerpoint/2010/main" val="3580559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321C5-9223-ACCF-B526-5BFF81F8D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DEC0A038-3C53-F579-8281-33B3B5DACEB8}"/>
              </a:ext>
            </a:extLst>
          </p:cNvPr>
          <p:cNvGrpSpPr/>
          <p:nvPr/>
        </p:nvGrpSpPr>
        <p:grpSpPr>
          <a:xfrm>
            <a:off x="2459465" y="667502"/>
            <a:ext cx="6760735" cy="5522996"/>
            <a:chOff x="687845" y="2332129"/>
            <a:chExt cx="4308091" cy="3616228"/>
          </a:xfrm>
          <a:solidFill>
            <a:schemeClr val="bg1"/>
          </a:solidFill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529B88E8-A5A0-2A2B-31DD-5ABAAF1E1BD0}"/>
                </a:ext>
              </a:extLst>
            </p:cNvPr>
            <p:cNvSpPr/>
            <p:nvPr/>
          </p:nvSpPr>
          <p:spPr>
            <a:xfrm>
              <a:off x="2916560" y="4594635"/>
              <a:ext cx="862607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6B826EB3-67A3-CA02-5A0D-963FA6F6D7D4}"/>
                </a:ext>
              </a:extLst>
            </p:cNvPr>
            <p:cNvSpPr/>
            <p:nvPr/>
          </p:nvSpPr>
          <p:spPr>
            <a:xfrm>
              <a:off x="1904213" y="4594635"/>
              <a:ext cx="862608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4" name="육각형 33">
              <a:extLst>
                <a:ext uri="{FF2B5EF4-FFF2-40B4-BE49-F238E27FC236}">
                  <a16:creationId xmlns:a16="http://schemas.microsoft.com/office/drawing/2014/main" id="{52C011E0-28A5-46FB-F2A5-B183B9AED5F3}"/>
                </a:ext>
              </a:extLst>
            </p:cNvPr>
            <p:cNvSpPr/>
            <p:nvPr/>
          </p:nvSpPr>
          <p:spPr>
            <a:xfrm rot="5400000">
              <a:off x="1828993" y="3153455"/>
              <a:ext cx="2025000" cy="2025000"/>
            </a:xfrm>
            <a:prstGeom prst="hexagon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5F3B00C0-FF04-FBF4-2536-8D4384075EA2}"/>
                </a:ext>
              </a:extLst>
            </p:cNvPr>
            <p:cNvSpPr/>
            <p:nvPr/>
          </p:nvSpPr>
          <p:spPr>
            <a:xfrm rot="20011563">
              <a:off x="1973936" y="330560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5906C1DA-839F-CD85-18E3-FB3F0DC2CADF}"/>
                </a:ext>
              </a:extLst>
            </p:cNvPr>
            <p:cNvSpPr/>
            <p:nvPr/>
          </p:nvSpPr>
          <p:spPr>
            <a:xfrm rot="16200000">
              <a:off x="1424096" y="4098379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2879B5C7-A57E-2638-2611-8FE44A9A8954}"/>
                </a:ext>
              </a:extLst>
            </p:cNvPr>
            <p:cNvSpPr/>
            <p:nvPr/>
          </p:nvSpPr>
          <p:spPr>
            <a:xfrm rot="1599716">
              <a:off x="3008452" y="330754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D7168A84-C16B-BDBF-F0AB-07DF7E8F2B56}"/>
                </a:ext>
              </a:extLst>
            </p:cNvPr>
            <p:cNvSpPr/>
            <p:nvPr/>
          </p:nvSpPr>
          <p:spPr>
            <a:xfrm rot="10800000">
              <a:off x="1979126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3D2FEBCA-8138-FA97-31FE-A136B36C48D3}"/>
                </a:ext>
              </a:extLst>
            </p:cNvPr>
            <p:cNvSpPr/>
            <p:nvPr/>
          </p:nvSpPr>
          <p:spPr>
            <a:xfrm rot="10800000">
              <a:off x="2991473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54217D06-9EF1-1D8E-0A37-E96CA8288EDD}"/>
                </a:ext>
              </a:extLst>
            </p:cNvPr>
            <p:cNvSpPr/>
            <p:nvPr/>
          </p:nvSpPr>
          <p:spPr>
            <a:xfrm>
              <a:off x="1904213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A1D0E172-EE24-520B-4D3D-FFDC3519B1DA}"/>
                </a:ext>
              </a:extLst>
            </p:cNvPr>
            <p:cNvSpPr/>
            <p:nvPr/>
          </p:nvSpPr>
          <p:spPr>
            <a:xfrm>
              <a:off x="1991300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55F19A21-1D83-F58B-27EF-8D337B2777E0}"/>
                </a:ext>
              </a:extLst>
            </p:cNvPr>
            <p:cNvSpPr/>
            <p:nvPr/>
          </p:nvSpPr>
          <p:spPr>
            <a:xfrm>
              <a:off x="2386065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BF1D9676-FF21-730F-1CE4-EF360116FB58}"/>
                </a:ext>
              </a:extLst>
            </p:cNvPr>
            <p:cNvSpPr/>
            <p:nvPr/>
          </p:nvSpPr>
          <p:spPr>
            <a:xfrm>
              <a:off x="2916560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A0F72933-CDCF-2524-B922-5A2D6CCEA299}"/>
                </a:ext>
              </a:extLst>
            </p:cNvPr>
            <p:cNvSpPr/>
            <p:nvPr/>
          </p:nvSpPr>
          <p:spPr>
            <a:xfrm>
              <a:off x="3003647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ACDE2FC5-46FC-9393-083D-06AA0BE28089}"/>
                </a:ext>
              </a:extLst>
            </p:cNvPr>
            <p:cNvSpPr/>
            <p:nvPr/>
          </p:nvSpPr>
          <p:spPr>
            <a:xfrm>
              <a:off x="3398412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84290B7C-553A-1F31-0BCE-5BECF4A2334E}"/>
                </a:ext>
              </a:extLst>
            </p:cNvPr>
            <p:cNvSpPr/>
            <p:nvPr/>
          </p:nvSpPr>
          <p:spPr>
            <a:xfrm rot="16200000">
              <a:off x="3546904" y="4098380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9CB4A952-F7D0-FEB3-8E66-D32AAF196EAF}"/>
                </a:ext>
              </a:extLst>
            </p:cNvPr>
            <p:cNvGrpSpPr/>
            <p:nvPr/>
          </p:nvGrpSpPr>
          <p:grpSpPr>
            <a:xfrm>
              <a:off x="687845" y="3625020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3D2669CE-8D85-6C91-E80E-FC2093BA829F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타원 65">
                <a:extLst>
                  <a:ext uri="{FF2B5EF4-FFF2-40B4-BE49-F238E27FC236}">
                    <a16:creationId xmlns:a16="http://schemas.microsoft.com/office/drawing/2014/main" id="{37A1D308-9F10-D6CF-D4A2-2A209F803B51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6E4209F8-6526-9208-DB75-DA2415F13950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05301F68-0E46-FEC4-41CC-CA1FD5D7FF81}"/>
                </a:ext>
              </a:extLst>
            </p:cNvPr>
            <p:cNvGrpSpPr/>
            <p:nvPr/>
          </p:nvGrpSpPr>
          <p:grpSpPr>
            <a:xfrm rot="20016713">
              <a:off x="1538337" y="2333321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3D0DD0CE-05A3-7FBD-F352-9DEDBB826AB3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B16F930C-6444-2260-B6E9-28A43D51245D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4" name="타원 63">
                <a:extLst>
                  <a:ext uri="{FF2B5EF4-FFF2-40B4-BE49-F238E27FC236}">
                    <a16:creationId xmlns:a16="http://schemas.microsoft.com/office/drawing/2014/main" id="{2C5D1C72-C508-A4BE-EC12-61272D279385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567895D8-94F5-D540-C01D-3C5201353904}"/>
                </a:ext>
              </a:extLst>
            </p:cNvPr>
            <p:cNvGrpSpPr/>
            <p:nvPr/>
          </p:nvGrpSpPr>
          <p:grpSpPr>
            <a:xfrm rot="1600827">
              <a:off x="3099458" y="2332129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64D9A088-A3A9-9147-FA5F-CE0DA6E9647C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타원 59">
                <a:extLst>
                  <a:ext uri="{FF2B5EF4-FFF2-40B4-BE49-F238E27FC236}">
                    <a16:creationId xmlns:a16="http://schemas.microsoft.com/office/drawing/2014/main" id="{AD47A9D0-EC27-AF01-92AA-E7FED96858EC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1" name="타원 60">
                <a:extLst>
                  <a:ext uri="{FF2B5EF4-FFF2-40B4-BE49-F238E27FC236}">
                    <a16:creationId xmlns:a16="http://schemas.microsoft.com/office/drawing/2014/main" id="{1CE7A11D-2954-C6E0-95D0-E776C6EC0D21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AA742448-30E2-6A14-7F01-776DD132E097}"/>
                </a:ext>
              </a:extLst>
            </p:cNvPr>
            <p:cNvGrpSpPr/>
            <p:nvPr/>
          </p:nvGrpSpPr>
          <p:grpSpPr>
            <a:xfrm>
              <a:off x="3951936" y="3625020"/>
              <a:ext cx="1044000" cy="1044000"/>
              <a:chOff x="691020" y="3625020"/>
              <a:chExt cx="1044000" cy="1044000"/>
            </a:xfrm>
            <a:grpFill/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87B26355-C534-9134-E9D7-DE14B81776E4}"/>
                  </a:ext>
                </a:extLst>
              </p:cNvPr>
              <p:cNvSpPr/>
              <p:nvPr/>
            </p:nvSpPr>
            <p:spPr>
              <a:xfrm>
                <a:off x="691020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B81405E0-522E-A978-75E4-5EF4831F59B5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7882F5E4-FE79-6EE6-D1DC-A4F16B515B3E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E49CFD42-1902-6E44-5EA2-2C326A7E0422}"/>
                </a:ext>
              </a:extLst>
            </p:cNvPr>
            <p:cNvSpPr/>
            <p:nvPr/>
          </p:nvSpPr>
          <p:spPr>
            <a:xfrm rot="10800000">
              <a:off x="197912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D9C19ADA-ED26-B149-C494-5C681E118E45}"/>
                </a:ext>
              </a:extLst>
            </p:cNvPr>
            <p:cNvSpPr/>
            <p:nvPr/>
          </p:nvSpPr>
          <p:spPr>
            <a:xfrm rot="10800000">
              <a:off x="299398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</p:grpSp>
      <p:sp>
        <p:nvSpPr>
          <p:cNvPr id="69" name="타원 68">
            <a:extLst>
              <a:ext uri="{FF2B5EF4-FFF2-40B4-BE49-F238E27FC236}">
                <a16:creationId xmlns:a16="http://schemas.microsoft.com/office/drawing/2014/main" id="{A0B0A094-AC51-3876-A305-2BEE5C326008}"/>
              </a:ext>
            </a:extLst>
          </p:cNvPr>
          <p:cNvSpPr/>
          <p:nvPr/>
        </p:nvSpPr>
        <p:spPr>
          <a:xfrm>
            <a:off x="5218307" y="4248792"/>
            <a:ext cx="318356" cy="306986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5AA2CEDB-B3A6-E517-5369-8EDF7A87F99B}"/>
              </a:ext>
            </a:extLst>
          </p:cNvPr>
          <p:cNvSpPr/>
          <p:nvPr/>
        </p:nvSpPr>
        <p:spPr>
          <a:xfrm>
            <a:off x="4750702" y="2353638"/>
            <a:ext cx="2207498" cy="2171424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5B2252DB-BAF0-38D3-E77D-F474E802C032}"/>
              </a:ext>
            </a:extLst>
          </p:cNvPr>
          <p:cNvCxnSpPr>
            <a:cxnSpLocks/>
            <a:endCxn id="41" idx="0"/>
          </p:cNvCxnSpPr>
          <p:nvPr/>
        </p:nvCxnSpPr>
        <p:spPr>
          <a:xfrm flipH="1">
            <a:off x="4743330" y="4402285"/>
            <a:ext cx="619509" cy="9374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339E453B-5A27-2FB3-913E-E2EC8E168D9D}"/>
              </a:ext>
            </a:extLst>
          </p:cNvPr>
          <p:cNvCxnSpPr>
            <a:cxnSpLocks/>
            <a:endCxn id="42" idx="0"/>
          </p:cNvCxnSpPr>
          <p:nvPr/>
        </p:nvCxnSpPr>
        <p:spPr>
          <a:xfrm flipH="1">
            <a:off x="5362839" y="4389385"/>
            <a:ext cx="14646" cy="9503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EE671E8-BCDA-F429-345D-86B4EFFF86A4}"/>
              </a:ext>
            </a:extLst>
          </p:cNvPr>
          <p:cNvSpPr txBox="1"/>
          <p:nvPr/>
        </p:nvSpPr>
        <p:spPr>
          <a:xfrm>
            <a:off x="5292629" y="3692976"/>
            <a:ext cx="1882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원하는 슬롯으로</a:t>
            </a:r>
            <a:endParaRPr lang="en-US" altLang="ko-KR" dirty="0"/>
          </a:p>
          <a:p>
            <a:r>
              <a:rPr lang="ko-KR" altLang="en-US" dirty="0"/>
              <a:t>직선 이동</a:t>
            </a:r>
          </a:p>
        </p:txBody>
      </p:sp>
    </p:spTree>
    <p:extLst>
      <p:ext uri="{BB962C8B-B14F-4D97-AF65-F5344CB8AC3E}">
        <p14:creationId xmlns:p14="http://schemas.microsoft.com/office/powerpoint/2010/main" val="9402110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48BD0-3DAF-7B39-9B3C-A1D7556F7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474BE5AF-F966-75F5-DF91-F977D4EF58A6}"/>
              </a:ext>
            </a:extLst>
          </p:cNvPr>
          <p:cNvGrpSpPr/>
          <p:nvPr/>
        </p:nvGrpSpPr>
        <p:grpSpPr>
          <a:xfrm>
            <a:off x="2459465" y="667502"/>
            <a:ext cx="6760735" cy="5522996"/>
            <a:chOff x="687845" y="2332129"/>
            <a:chExt cx="4308091" cy="3616228"/>
          </a:xfrm>
          <a:solidFill>
            <a:schemeClr val="bg1"/>
          </a:solidFill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A8232481-5DEF-AC0F-871E-9E0FC1E44156}"/>
                </a:ext>
              </a:extLst>
            </p:cNvPr>
            <p:cNvSpPr/>
            <p:nvPr/>
          </p:nvSpPr>
          <p:spPr>
            <a:xfrm>
              <a:off x="2916560" y="4594635"/>
              <a:ext cx="862607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84F6D7CF-E8BB-7A6C-7652-22DEA99683F9}"/>
                </a:ext>
              </a:extLst>
            </p:cNvPr>
            <p:cNvSpPr/>
            <p:nvPr/>
          </p:nvSpPr>
          <p:spPr>
            <a:xfrm>
              <a:off x="1904213" y="4594635"/>
              <a:ext cx="862608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4" name="육각형 33">
              <a:extLst>
                <a:ext uri="{FF2B5EF4-FFF2-40B4-BE49-F238E27FC236}">
                  <a16:creationId xmlns:a16="http://schemas.microsoft.com/office/drawing/2014/main" id="{F6E2C152-E459-2DFD-F562-F06CA7771C86}"/>
                </a:ext>
              </a:extLst>
            </p:cNvPr>
            <p:cNvSpPr/>
            <p:nvPr/>
          </p:nvSpPr>
          <p:spPr>
            <a:xfrm rot="5400000">
              <a:off x="1828993" y="3153455"/>
              <a:ext cx="2025000" cy="2025000"/>
            </a:xfrm>
            <a:prstGeom prst="hexagon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83F688DB-CA2D-9029-8162-74BD576F20E6}"/>
                </a:ext>
              </a:extLst>
            </p:cNvPr>
            <p:cNvSpPr/>
            <p:nvPr/>
          </p:nvSpPr>
          <p:spPr>
            <a:xfrm rot="20011563">
              <a:off x="1973936" y="330560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5A41803B-0A8D-0926-C277-C856DA1D9687}"/>
                </a:ext>
              </a:extLst>
            </p:cNvPr>
            <p:cNvSpPr/>
            <p:nvPr/>
          </p:nvSpPr>
          <p:spPr>
            <a:xfrm rot="16200000">
              <a:off x="1424096" y="4098379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59B0A93C-D680-2FBF-5ACE-116A7B65908C}"/>
                </a:ext>
              </a:extLst>
            </p:cNvPr>
            <p:cNvSpPr/>
            <p:nvPr/>
          </p:nvSpPr>
          <p:spPr>
            <a:xfrm rot="1599716">
              <a:off x="3008452" y="330754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4A8F0C2D-B235-18CB-6CAD-6794B190507C}"/>
                </a:ext>
              </a:extLst>
            </p:cNvPr>
            <p:cNvSpPr/>
            <p:nvPr/>
          </p:nvSpPr>
          <p:spPr>
            <a:xfrm rot="10800000">
              <a:off x="1979126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624F93E3-5E55-C1E9-9090-00D26A8170DC}"/>
                </a:ext>
              </a:extLst>
            </p:cNvPr>
            <p:cNvSpPr/>
            <p:nvPr/>
          </p:nvSpPr>
          <p:spPr>
            <a:xfrm rot="10800000">
              <a:off x="2991473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7703B481-F09F-C91D-899E-29F94E25519F}"/>
                </a:ext>
              </a:extLst>
            </p:cNvPr>
            <p:cNvSpPr/>
            <p:nvPr/>
          </p:nvSpPr>
          <p:spPr>
            <a:xfrm>
              <a:off x="1904213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70380682-CA7D-E57D-CB11-09C68DE97ABF}"/>
                </a:ext>
              </a:extLst>
            </p:cNvPr>
            <p:cNvSpPr/>
            <p:nvPr/>
          </p:nvSpPr>
          <p:spPr>
            <a:xfrm>
              <a:off x="1991300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5D4CDCD6-585E-A912-052D-1DAC881BB9DD}"/>
                </a:ext>
              </a:extLst>
            </p:cNvPr>
            <p:cNvSpPr/>
            <p:nvPr/>
          </p:nvSpPr>
          <p:spPr>
            <a:xfrm>
              <a:off x="2386065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BA543738-83F6-B301-B111-C2A761577584}"/>
                </a:ext>
              </a:extLst>
            </p:cNvPr>
            <p:cNvSpPr/>
            <p:nvPr/>
          </p:nvSpPr>
          <p:spPr>
            <a:xfrm>
              <a:off x="2916560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4084AEB3-F2A7-8CDA-78EA-AB2A2170D0CA}"/>
                </a:ext>
              </a:extLst>
            </p:cNvPr>
            <p:cNvSpPr/>
            <p:nvPr/>
          </p:nvSpPr>
          <p:spPr>
            <a:xfrm>
              <a:off x="3003647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3D539838-E12B-B7D8-ABA5-7580ECED711A}"/>
                </a:ext>
              </a:extLst>
            </p:cNvPr>
            <p:cNvSpPr/>
            <p:nvPr/>
          </p:nvSpPr>
          <p:spPr>
            <a:xfrm>
              <a:off x="3398412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BEDF0564-3FA4-58A1-013B-32E3DDB22B84}"/>
                </a:ext>
              </a:extLst>
            </p:cNvPr>
            <p:cNvSpPr/>
            <p:nvPr/>
          </p:nvSpPr>
          <p:spPr>
            <a:xfrm rot="16200000">
              <a:off x="3546904" y="4098380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6CC5F027-FD66-3141-3E8D-D418C3324380}"/>
                </a:ext>
              </a:extLst>
            </p:cNvPr>
            <p:cNvGrpSpPr/>
            <p:nvPr/>
          </p:nvGrpSpPr>
          <p:grpSpPr>
            <a:xfrm>
              <a:off x="687845" y="3625020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5F3E4874-DBB6-DF28-D073-9A96B1886CD2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타원 65">
                <a:extLst>
                  <a:ext uri="{FF2B5EF4-FFF2-40B4-BE49-F238E27FC236}">
                    <a16:creationId xmlns:a16="http://schemas.microsoft.com/office/drawing/2014/main" id="{0220B4B6-8ED8-A289-A78E-E1CE2A134FE2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C05380BE-5CFE-A6D9-6EA6-FC918F033F7B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1A83DACA-C884-1281-A307-085B9C3CCC79}"/>
                </a:ext>
              </a:extLst>
            </p:cNvPr>
            <p:cNvGrpSpPr/>
            <p:nvPr/>
          </p:nvGrpSpPr>
          <p:grpSpPr>
            <a:xfrm rot="20016713">
              <a:off x="1538337" y="2333321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169D717B-5965-249F-9093-BDF5D599F610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5A830232-C96E-A233-3C5B-11BB11CBE5C6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4" name="타원 63">
                <a:extLst>
                  <a:ext uri="{FF2B5EF4-FFF2-40B4-BE49-F238E27FC236}">
                    <a16:creationId xmlns:a16="http://schemas.microsoft.com/office/drawing/2014/main" id="{A2E7C8CF-1613-1E03-F029-7F6855F64EC2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F02EF698-0341-E9FE-7475-4B9549AE7EBA}"/>
                </a:ext>
              </a:extLst>
            </p:cNvPr>
            <p:cNvGrpSpPr/>
            <p:nvPr/>
          </p:nvGrpSpPr>
          <p:grpSpPr>
            <a:xfrm rot="1600827">
              <a:off x="3099458" y="2332129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D13C996C-5117-0BDC-2746-F2CABF5B7FA3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타원 59">
                <a:extLst>
                  <a:ext uri="{FF2B5EF4-FFF2-40B4-BE49-F238E27FC236}">
                    <a16:creationId xmlns:a16="http://schemas.microsoft.com/office/drawing/2014/main" id="{5821F3EB-6281-0ABE-61B5-5C0FE051380E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1" name="타원 60">
                <a:extLst>
                  <a:ext uri="{FF2B5EF4-FFF2-40B4-BE49-F238E27FC236}">
                    <a16:creationId xmlns:a16="http://schemas.microsoft.com/office/drawing/2014/main" id="{10583728-1720-0D1F-D1DF-B74D8E6D3314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7804D77D-510C-2769-B580-0D099D3796D6}"/>
                </a:ext>
              </a:extLst>
            </p:cNvPr>
            <p:cNvGrpSpPr/>
            <p:nvPr/>
          </p:nvGrpSpPr>
          <p:grpSpPr>
            <a:xfrm>
              <a:off x="3951936" y="3625020"/>
              <a:ext cx="1044000" cy="1044000"/>
              <a:chOff x="691020" y="3625020"/>
              <a:chExt cx="1044000" cy="1044000"/>
            </a:xfrm>
            <a:grpFill/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7E5F601F-230C-C581-5153-32CACDF24997}"/>
                  </a:ext>
                </a:extLst>
              </p:cNvPr>
              <p:cNvSpPr/>
              <p:nvPr/>
            </p:nvSpPr>
            <p:spPr>
              <a:xfrm>
                <a:off x="691020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DDE37F6B-1F00-550B-DD76-6B41F94D3938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85F3EC27-9CA0-6E26-9041-3F6B7FAAB988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8F168578-5E01-8523-A255-0034FE2E43C2}"/>
                </a:ext>
              </a:extLst>
            </p:cNvPr>
            <p:cNvSpPr/>
            <p:nvPr/>
          </p:nvSpPr>
          <p:spPr>
            <a:xfrm rot="10800000">
              <a:off x="197912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335CF895-5C69-1161-AE56-C28C36AADEB0}"/>
                </a:ext>
              </a:extLst>
            </p:cNvPr>
            <p:cNvSpPr/>
            <p:nvPr/>
          </p:nvSpPr>
          <p:spPr>
            <a:xfrm rot="10800000">
              <a:off x="299398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</p:grpSp>
      <p:sp>
        <p:nvSpPr>
          <p:cNvPr id="69" name="타원 68">
            <a:extLst>
              <a:ext uri="{FF2B5EF4-FFF2-40B4-BE49-F238E27FC236}">
                <a16:creationId xmlns:a16="http://schemas.microsoft.com/office/drawing/2014/main" id="{D28EEA8B-90A1-CE13-B8CE-2B537477528E}"/>
              </a:ext>
            </a:extLst>
          </p:cNvPr>
          <p:cNvSpPr/>
          <p:nvPr/>
        </p:nvSpPr>
        <p:spPr>
          <a:xfrm>
            <a:off x="5161606" y="5320685"/>
            <a:ext cx="417111" cy="462379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1EDA5CE2-E312-7109-0C5B-1EF92E71216F}"/>
              </a:ext>
            </a:extLst>
          </p:cNvPr>
          <p:cNvSpPr/>
          <p:nvPr/>
        </p:nvSpPr>
        <p:spPr>
          <a:xfrm>
            <a:off x="4750702" y="2353638"/>
            <a:ext cx="2207498" cy="2171424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BCC4DA-EE4E-D98F-1375-057E0C3BD559}"/>
              </a:ext>
            </a:extLst>
          </p:cNvPr>
          <p:cNvSpPr txBox="1"/>
          <p:nvPr/>
        </p:nvSpPr>
        <p:spPr>
          <a:xfrm>
            <a:off x="1829957" y="4915494"/>
            <a:ext cx="26548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이동시킨 이미지 삭제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해당 슬롯 이미지</a:t>
            </a:r>
            <a:r>
              <a:rPr lang="en-US" altLang="ko-KR" dirty="0"/>
              <a:t>on</a:t>
            </a:r>
          </a:p>
        </p:txBody>
      </p:sp>
    </p:spTree>
    <p:extLst>
      <p:ext uri="{BB962C8B-B14F-4D97-AF65-F5344CB8AC3E}">
        <p14:creationId xmlns:p14="http://schemas.microsoft.com/office/powerpoint/2010/main" val="22052550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B6355-5467-0D2B-375A-B1E5CC696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원, 스크린샷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8D90C0-C0F7-D4BE-CE9F-35DFFC6786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6082" y="533400"/>
            <a:ext cx="5126236" cy="4152900"/>
          </a:xfrm>
          <a:prstGeom prst="rect">
            <a:avLst/>
          </a:prstGeom>
        </p:spPr>
      </p:pic>
      <p:sp>
        <p:nvSpPr>
          <p:cNvPr id="7" name="타원 6">
            <a:extLst>
              <a:ext uri="{FF2B5EF4-FFF2-40B4-BE49-F238E27FC236}">
                <a16:creationId xmlns:a16="http://schemas.microsoft.com/office/drawing/2014/main" id="{9656A509-4FE4-7A33-B2AE-CC67BCB38297}"/>
              </a:ext>
            </a:extLst>
          </p:cNvPr>
          <p:cNvSpPr/>
          <p:nvPr/>
        </p:nvSpPr>
        <p:spPr>
          <a:xfrm>
            <a:off x="2794000" y="2179637"/>
            <a:ext cx="2438400" cy="2498725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94DCBB05-4100-214E-505E-20723A14FF3B}"/>
              </a:ext>
            </a:extLst>
          </p:cNvPr>
          <p:cNvSpPr/>
          <p:nvPr/>
        </p:nvSpPr>
        <p:spPr>
          <a:xfrm>
            <a:off x="4064000" y="2281237"/>
            <a:ext cx="2438400" cy="2498725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E377E96C-5D19-D164-2E5D-D5BA4D1BD27A}"/>
              </a:ext>
            </a:extLst>
          </p:cNvPr>
          <p:cNvCxnSpPr>
            <a:cxnSpLocks/>
          </p:cNvCxnSpPr>
          <p:nvPr/>
        </p:nvCxnSpPr>
        <p:spPr>
          <a:xfrm>
            <a:off x="4178300" y="1917700"/>
            <a:ext cx="965200" cy="1041400"/>
          </a:xfrm>
          <a:prstGeom prst="straightConnector1">
            <a:avLst/>
          </a:prstGeom>
          <a:ln w="69850"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8C5AE30-C1A9-3D74-9913-C3786BB1FBDA}"/>
              </a:ext>
            </a:extLst>
          </p:cNvPr>
          <p:cNvSpPr txBox="1"/>
          <p:nvPr/>
        </p:nvSpPr>
        <p:spPr>
          <a:xfrm>
            <a:off x="7592318" y="1112837"/>
            <a:ext cx="22415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역기구학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(Inverse kinematics)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DD83DBB-9313-AE93-9803-4E463A8289C7}"/>
              </a:ext>
            </a:extLst>
          </p:cNvPr>
          <p:cNvSpPr txBox="1"/>
          <p:nvPr/>
        </p:nvSpPr>
        <p:spPr>
          <a:xfrm>
            <a:off x="877454" y="5424269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https://github.com/ctw0727/2D_Robotic_Arm/blob/main/KR_RoboticArmPrecoding.cs</a:t>
            </a:r>
          </a:p>
        </p:txBody>
      </p:sp>
    </p:spTree>
    <p:extLst>
      <p:ext uri="{BB962C8B-B14F-4D97-AF65-F5344CB8AC3E}">
        <p14:creationId xmlns:p14="http://schemas.microsoft.com/office/powerpoint/2010/main" val="34894434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그룹 45">
            <a:extLst>
              <a:ext uri="{FF2B5EF4-FFF2-40B4-BE49-F238E27FC236}">
                <a16:creationId xmlns:a16="http://schemas.microsoft.com/office/drawing/2014/main" id="{D177A357-4612-07ED-F8AB-DF8466BE60E5}"/>
              </a:ext>
            </a:extLst>
          </p:cNvPr>
          <p:cNvGrpSpPr/>
          <p:nvPr/>
        </p:nvGrpSpPr>
        <p:grpSpPr>
          <a:xfrm>
            <a:off x="145383" y="253532"/>
            <a:ext cx="7234222" cy="6011200"/>
            <a:chOff x="1293043" y="427324"/>
            <a:chExt cx="6574608" cy="6011200"/>
          </a:xfrm>
        </p:grpSpPr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BCFA6D23-D81C-CBAE-E20E-D553B28127CC}"/>
                </a:ext>
              </a:extLst>
            </p:cNvPr>
            <p:cNvGrpSpPr/>
            <p:nvPr/>
          </p:nvGrpSpPr>
          <p:grpSpPr>
            <a:xfrm>
              <a:off x="1293043" y="427324"/>
              <a:ext cx="6574608" cy="6011200"/>
              <a:chOff x="1293043" y="427324"/>
              <a:chExt cx="6574608" cy="6011200"/>
            </a:xfrm>
          </p:grpSpPr>
          <p:grpSp>
            <p:nvGrpSpPr>
              <p:cNvPr id="4" name="그룹 3">
                <a:extLst>
                  <a:ext uri="{FF2B5EF4-FFF2-40B4-BE49-F238E27FC236}">
                    <a16:creationId xmlns:a16="http://schemas.microsoft.com/office/drawing/2014/main" id="{B0C277EC-D4C1-8F7B-EDF8-321393ACD511}"/>
                  </a:ext>
                </a:extLst>
              </p:cNvPr>
              <p:cNvGrpSpPr/>
              <p:nvPr/>
            </p:nvGrpSpPr>
            <p:grpSpPr>
              <a:xfrm>
                <a:off x="1293043" y="427324"/>
                <a:ext cx="6574608" cy="6011200"/>
                <a:chOff x="687845" y="2336844"/>
                <a:chExt cx="4308091" cy="3611513"/>
              </a:xfrm>
              <a:solidFill>
                <a:schemeClr val="bg1"/>
              </a:solidFill>
            </p:grpSpPr>
            <p:sp>
              <p:nvSpPr>
                <p:cNvPr id="5" name="사각형: 둥근 모서리 4">
                  <a:extLst>
                    <a:ext uri="{FF2B5EF4-FFF2-40B4-BE49-F238E27FC236}">
                      <a16:creationId xmlns:a16="http://schemas.microsoft.com/office/drawing/2014/main" id="{F82A151E-F2B6-CDD4-D1D6-BF0A40F34CD6}"/>
                    </a:ext>
                  </a:extLst>
                </p:cNvPr>
                <p:cNvSpPr/>
                <p:nvPr/>
              </p:nvSpPr>
              <p:spPr>
                <a:xfrm>
                  <a:off x="2916560" y="4594635"/>
                  <a:ext cx="862607" cy="543598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/>
                </a:p>
              </p:txBody>
            </p:sp>
            <p:sp>
              <p:nvSpPr>
                <p:cNvPr id="6" name="사각형: 둥근 모서리 5">
                  <a:extLst>
                    <a:ext uri="{FF2B5EF4-FFF2-40B4-BE49-F238E27FC236}">
                      <a16:creationId xmlns:a16="http://schemas.microsoft.com/office/drawing/2014/main" id="{222670D6-ED40-C32B-4B63-92C9AFADD985}"/>
                    </a:ext>
                  </a:extLst>
                </p:cNvPr>
                <p:cNvSpPr/>
                <p:nvPr/>
              </p:nvSpPr>
              <p:spPr>
                <a:xfrm>
                  <a:off x="1904213" y="4594635"/>
                  <a:ext cx="862608" cy="543598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/>
                </a:p>
              </p:txBody>
            </p:sp>
            <p:sp>
              <p:nvSpPr>
                <p:cNvPr id="7" name="육각형 6">
                  <a:extLst>
                    <a:ext uri="{FF2B5EF4-FFF2-40B4-BE49-F238E27FC236}">
                      <a16:creationId xmlns:a16="http://schemas.microsoft.com/office/drawing/2014/main" id="{74AAB669-6ADC-F7E9-C8B9-FE4A88A1547F}"/>
                    </a:ext>
                  </a:extLst>
                </p:cNvPr>
                <p:cNvSpPr/>
                <p:nvPr/>
              </p:nvSpPr>
              <p:spPr>
                <a:xfrm rot="5400000">
                  <a:off x="1828993" y="3153455"/>
                  <a:ext cx="2025000" cy="2025000"/>
                </a:xfrm>
                <a:prstGeom prst="hexagon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/>
                </a:p>
              </p:txBody>
            </p:sp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E1125694-1BE9-AB05-E278-625ECA1D35DF}"/>
                    </a:ext>
                  </a:extLst>
                </p:cNvPr>
                <p:cNvSpPr/>
                <p:nvPr/>
              </p:nvSpPr>
              <p:spPr>
                <a:xfrm rot="20011563">
                  <a:off x="1967793" y="3310806"/>
                  <a:ext cx="704321" cy="98450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 dirty="0"/>
                </a:p>
              </p:txBody>
            </p:sp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68DB6EF1-BFA0-789A-D6B0-722D2714D861}"/>
                    </a:ext>
                  </a:extLst>
                </p:cNvPr>
                <p:cNvSpPr/>
                <p:nvPr/>
              </p:nvSpPr>
              <p:spPr>
                <a:xfrm rot="16200000">
                  <a:off x="1424096" y="4098379"/>
                  <a:ext cx="712781" cy="97282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/>
                </a:p>
              </p:txBody>
            </p:sp>
            <p:sp>
              <p:nvSpPr>
                <p:cNvPr id="10" name="직사각형 9">
                  <a:extLst>
                    <a:ext uri="{FF2B5EF4-FFF2-40B4-BE49-F238E27FC236}">
                      <a16:creationId xmlns:a16="http://schemas.microsoft.com/office/drawing/2014/main" id="{0A102AC2-3907-B28E-1315-7B51D8252A03}"/>
                    </a:ext>
                  </a:extLst>
                </p:cNvPr>
                <p:cNvSpPr/>
                <p:nvPr/>
              </p:nvSpPr>
              <p:spPr>
                <a:xfrm rot="1599716">
                  <a:off x="3008452" y="3312570"/>
                  <a:ext cx="704321" cy="98450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/>
                </a:p>
              </p:txBody>
            </p:sp>
            <p:sp>
              <p:nvSpPr>
                <p:cNvPr id="11" name="직사각형 10">
                  <a:extLst>
                    <a:ext uri="{FF2B5EF4-FFF2-40B4-BE49-F238E27FC236}">
                      <a16:creationId xmlns:a16="http://schemas.microsoft.com/office/drawing/2014/main" id="{670C2189-AC82-6E35-1D26-4589C6FB746D}"/>
                    </a:ext>
                  </a:extLst>
                </p:cNvPr>
                <p:cNvSpPr/>
                <p:nvPr/>
              </p:nvSpPr>
              <p:spPr>
                <a:xfrm rot="10800000">
                  <a:off x="1979126" y="5137988"/>
                  <a:ext cx="712781" cy="97282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/>
                </a:p>
              </p:txBody>
            </p:sp>
            <p:sp>
              <p:nvSpPr>
                <p:cNvPr id="12" name="직사각형 11">
                  <a:extLst>
                    <a:ext uri="{FF2B5EF4-FFF2-40B4-BE49-F238E27FC236}">
                      <a16:creationId xmlns:a16="http://schemas.microsoft.com/office/drawing/2014/main" id="{B9767F94-2149-DF97-2F4A-9F3E89C90A66}"/>
                    </a:ext>
                  </a:extLst>
                </p:cNvPr>
                <p:cNvSpPr/>
                <p:nvPr/>
              </p:nvSpPr>
              <p:spPr>
                <a:xfrm rot="10800000">
                  <a:off x="2991473" y="5137988"/>
                  <a:ext cx="712781" cy="97282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/>
                </a:p>
              </p:txBody>
            </p:sp>
            <p:sp>
              <p:nvSpPr>
                <p:cNvPr id="13" name="사각형: 둥근 모서리 12">
                  <a:extLst>
                    <a:ext uri="{FF2B5EF4-FFF2-40B4-BE49-F238E27FC236}">
                      <a16:creationId xmlns:a16="http://schemas.microsoft.com/office/drawing/2014/main" id="{CDBF8FD0-BAD6-36C2-25D8-5A75E69CFDB2}"/>
                    </a:ext>
                  </a:extLst>
                </p:cNvPr>
                <p:cNvSpPr/>
                <p:nvPr/>
              </p:nvSpPr>
              <p:spPr>
                <a:xfrm>
                  <a:off x="1904213" y="5235271"/>
                  <a:ext cx="862608" cy="619755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/>
                </a:p>
              </p:txBody>
            </p:sp>
            <p:sp>
              <p:nvSpPr>
                <p:cNvPr id="14" name="타원 13">
                  <a:extLst>
                    <a:ext uri="{FF2B5EF4-FFF2-40B4-BE49-F238E27FC236}">
                      <a16:creationId xmlns:a16="http://schemas.microsoft.com/office/drawing/2014/main" id="{22B7B247-14A2-EB4A-4E0F-2C7E55153366}"/>
                    </a:ext>
                  </a:extLst>
                </p:cNvPr>
                <p:cNvSpPr/>
                <p:nvPr/>
              </p:nvSpPr>
              <p:spPr>
                <a:xfrm>
                  <a:off x="1991300" y="5391298"/>
                  <a:ext cx="303750" cy="303750"/>
                </a:xfrm>
                <a:prstGeom prst="ellipse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/>
                </a:p>
              </p:txBody>
            </p:sp>
            <p:sp>
              <p:nvSpPr>
                <p:cNvPr id="15" name="타원 14">
                  <a:extLst>
                    <a:ext uri="{FF2B5EF4-FFF2-40B4-BE49-F238E27FC236}">
                      <a16:creationId xmlns:a16="http://schemas.microsoft.com/office/drawing/2014/main" id="{D04B9D93-D417-D2E2-A8BB-F00320A9CB3B}"/>
                    </a:ext>
                  </a:extLst>
                </p:cNvPr>
                <p:cNvSpPr/>
                <p:nvPr/>
              </p:nvSpPr>
              <p:spPr>
                <a:xfrm>
                  <a:off x="2386065" y="5391298"/>
                  <a:ext cx="303750" cy="303750"/>
                </a:xfrm>
                <a:prstGeom prst="ellipse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/>
                </a:p>
              </p:txBody>
            </p:sp>
            <p:sp>
              <p:nvSpPr>
                <p:cNvPr id="16" name="사각형: 둥근 모서리 15">
                  <a:extLst>
                    <a:ext uri="{FF2B5EF4-FFF2-40B4-BE49-F238E27FC236}">
                      <a16:creationId xmlns:a16="http://schemas.microsoft.com/office/drawing/2014/main" id="{453FB89A-5CD9-0D93-C506-B0FA7F0FB979}"/>
                    </a:ext>
                  </a:extLst>
                </p:cNvPr>
                <p:cNvSpPr/>
                <p:nvPr/>
              </p:nvSpPr>
              <p:spPr>
                <a:xfrm>
                  <a:off x="2916560" y="5235271"/>
                  <a:ext cx="862608" cy="619755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/>
                </a:p>
              </p:txBody>
            </p:sp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566DE3F3-20EA-97B9-2337-935FB86E1EDF}"/>
                    </a:ext>
                  </a:extLst>
                </p:cNvPr>
                <p:cNvSpPr/>
                <p:nvPr/>
              </p:nvSpPr>
              <p:spPr>
                <a:xfrm>
                  <a:off x="3003647" y="5391298"/>
                  <a:ext cx="303750" cy="303750"/>
                </a:xfrm>
                <a:prstGeom prst="ellipse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/>
                </a:p>
              </p:txBody>
            </p:sp>
            <p:sp>
              <p:nvSpPr>
                <p:cNvPr id="18" name="타원 17">
                  <a:extLst>
                    <a:ext uri="{FF2B5EF4-FFF2-40B4-BE49-F238E27FC236}">
                      <a16:creationId xmlns:a16="http://schemas.microsoft.com/office/drawing/2014/main" id="{67514C8E-BA0E-CD43-7A12-D3C99EAB5048}"/>
                    </a:ext>
                  </a:extLst>
                </p:cNvPr>
                <p:cNvSpPr/>
                <p:nvPr/>
              </p:nvSpPr>
              <p:spPr>
                <a:xfrm>
                  <a:off x="3398412" y="5391298"/>
                  <a:ext cx="303750" cy="303750"/>
                </a:xfrm>
                <a:prstGeom prst="ellipse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/>
                </a:p>
              </p:txBody>
            </p:sp>
            <p:sp>
              <p:nvSpPr>
                <p:cNvPr id="19" name="직사각형 18">
                  <a:extLst>
                    <a:ext uri="{FF2B5EF4-FFF2-40B4-BE49-F238E27FC236}">
                      <a16:creationId xmlns:a16="http://schemas.microsoft.com/office/drawing/2014/main" id="{612BB1C5-4231-2662-6E5E-D9E3070E0E18}"/>
                    </a:ext>
                  </a:extLst>
                </p:cNvPr>
                <p:cNvSpPr/>
                <p:nvPr/>
              </p:nvSpPr>
              <p:spPr>
                <a:xfrm rot="16200000">
                  <a:off x="3546904" y="4098380"/>
                  <a:ext cx="712781" cy="97282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 dirty="0"/>
                </a:p>
              </p:txBody>
            </p:sp>
            <p:grpSp>
              <p:nvGrpSpPr>
                <p:cNvPr id="20" name="그룹 19">
                  <a:extLst>
                    <a:ext uri="{FF2B5EF4-FFF2-40B4-BE49-F238E27FC236}">
                      <a16:creationId xmlns:a16="http://schemas.microsoft.com/office/drawing/2014/main" id="{1D5D5032-8CC0-9D82-1926-3A54C3B492F5}"/>
                    </a:ext>
                  </a:extLst>
                </p:cNvPr>
                <p:cNvGrpSpPr/>
                <p:nvPr/>
              </p:nvGrpSpPr>
              <p:grpSpPr>
                <a:xfrm>
                  <a:off x="687845" y="3625020"/>
                  <a:ext cx="1044000" cy="1044000"/>
                  <a:chOff x="687845" y="3625020"/>
                  <a:chExt cx="1044000" cy="1044000"/>
                </a:xfrm>
                <a:grpFill/>
              </p:grpSpPr>
              <p:sp>
                <p:nvSpPr>
                  <p:cNvPr id="35" name="사각형: 둥근 모서리 34">
                    <a:extLst>
                      <a:ext uri="{FF2B5EF4-FFF2-40B4-BE49-F238E27FC236}">
                        <a16:creationId xmlns:a16="http://schemas.microsoft.com/office/drawing/2014/main" id="{5822221A-D744-E44E-A5CB-AC1AC7328BC8}"/>
                      </a:ext>
                    </a:extLst>
                  </p:cNvPr>
                  <p:cNvSpPr/>
                  <p:nvPr/>
                </p:nvSpPr>
                <p:spPr>
                  <a:xfrm>
                    <a:off x="687845" y="3625020"/>
                    <a:ext cx="1044000" cy="1044000"/>
                  </a:xfrm>
                  <a:prstGeom prst="roundRect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36" name="타원 35">
                    <a:extLst>
                      <a:ext uri="{FF2B5EF4-FFF2-40B4-BE49-F238E27FC236}">
                        <a16:creationId xmlns:a16="http://schemas.microsoft.com/office/drawing/2014/main" id="{6B49CD7A-2F54-080D-268B-CF98C7C6DB11}"/>
                      </a:ext>
                    </a:extLst>
                  </p:cNvPr>
                  <p:cNvSpPr/>
                  <p:nvPr/>
                </p:nvSpPr>
                <p:spPr>
                  <a:xfrm>
                    <a:off x="853063" y="4014080"/>
                    <a:ext cx="303750" cy="303750"/>
                  </a:xfrm>
                  <a:prstGeom prst="ellipse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13"/>
                  </a:p>
                </p:txBody>
              </p:sp>
              <p:sp>
                <p:nvSpPr>
                  <p:cNvPr id="37" name="타원 36">
                    <a:extLst>
                      <a:ext uri="{FF2B5EF4-FFF2-40B4-BE49-F238E27FC236}">
                        <a16:creationId xmlns:a16="http://schemas.microsoft.com/office/drawing/2014/main" id="{A081D723-B319-BC2A-A2D1-C9A6594F75E5}"/>
                      </a:ext>
                    </a:extLst>
                  </p:cNvPr>
                  <p:cNvSpPr/>
                  <p:nvPr/>
                </p:nvSpPr>
                <p:spPr>
                  <a:xfrm>
                    <a:off x="1253961" y="4014080"/>
                    <a:ext cx="303750" cy="303750"/>
                  </a:xfrm>
                  <a:prstGeom prst="ellipse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13"/>
                  </a:p>
                </p:txBody>
              </p:sp>
            </p:grpSp>
            <p:grpSp>
              <p:nvGrpSpPr>
                <p:cNvPr id="21" name="그룹 20">
                  <a:extLst>
                    <a:ext uri="{FF2B5EF4-FFF2-40B4-BE49-F238E27FC236}">
                      <a16:creationId xmlns:a16="http://schemas.microsoft.com/office/drawing/2014/main" id="{FF1D06E5-B25C-1758-A969-56701E5CBAD3}"/>
                    </a:ext>
                  </a:extLst>
                </p:cNvPr>
                <p:cNvGrpSpPr/>
                <p:nvPr/>
              </p:nvGrpSpPr>
              <p:grpSpPr>
                <a:xfrm rot="20016713">
                  <a:off x="1532665" y="2338583"/>
                  <a:ext cx="1044000" cy="1044000"/>
                  <a:chOff x="680427" y="3627212"/>
                  <a:chExt cx="1044000" cy="1044000"/>
                </a:xfrm>
                <a:grpFill/>
              </p:grpSpPr>
              <p:sp>
                <p:nvSpPr>
                  <p:cNvPr id="32" name="사각형: 둥근 모서리 31">
                    <a:extLst>
                      <a:ext uri="{FF2B5EF4-FFF2-40B4-BE49-F238E27FC236}">
                        <a16:creationId xmlns:a16="http://schemas.microsoft.com/office/drawing/2014/main" id="{046C95BD-BB0D-8A3A-2810-6991BC84799D}"/>
                      </a:ext>
                    </a:extLst>
                  </p:cNvPr>
                  <p:cNvSpPr/>
                  <p:nvPr/>
                </p:nvSpPr>
                <p:spPr>
                  <a:xfrm>
                    <a:off x="680427" y="3627212"/>
                    <a:ext cx="1044000" cy="1044000"/>
                  </a:xfrm>
                  <a:prstGeom prst="roundRect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33" name="타원 32">
                    <a:extLst>
                      <a:ext uri="{FF2B5EF4-FFF2-40B4-BE49-F238E27FC236}">
                        <a16:creationId xmlns:a16="http://schemas.microsoft.com/office/drawing/2014/main" id="{85113DD2-AA4D-E9A0-A1D2-C96AFBFA4EAE}"/>
                      </a:ext>
                    </a:extLst>
                  </p:cNvPr>
                  <p:cNvSpPr/>
                  <p:nvPr/>
                </p:nvSpPr>
                <p:spPr>
                  <a:xfrm>
                    <a:off x="853063" y="4014080"/>
                    <a:ext cx="303750" cy="303750"/>
                  </a:xfrm>
                  <a:prstGeom prst="ellipse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13"/>
                  </a:p>
                </p:txBody>
              </p:sp>
              <p:sp>
                <p:nvSpPr>
                  <p:cNvPr id="34" name="타원 33">
                    <a:extLst>
                      <a:ext uri="{FF2B5EF4-FFF2-40B4-BE49-F238E27FC236}">
                        <a16:creationId xmlns:a16="http://schemas.microsoft.com/office/drawing/2014/main" id="{481A2934-49FB-D1C5-C65A-075B77B82D35}"/>
                      </a:ext>
                    </a:extLst>
                  </p:cNvPr>
                  <p:cNvSpPr/>
                  <p:nvPr/>
                </p:nvSpPr>
                <p:spPr>
                  <a:xfrm>
                    <a:off x="1253961" y="4014080"/>
                    <a:ext cx="303750" cy="303750"/>
                  </a:xfrm>
                  <a:prstGeom prst="ellipse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13"/>
                  </a:p>
                </p:txBody>
              </p:sp>
            </p:grpSp>
            <p:grpSp>
              <p:nvGrpSpPr>
                <p:cNvPr id="22" name="그룹 21">
                  <a:extLst>
                    <a:ext uri="{FF2B5EF4-FFF2-40B4-BE49-F238E27FC236}">
                      <a16:creationId xmlns:a16="http://schemas.microsoft.com/office/drawing/2014/main" id="{1F32B517-1405-B1C4-9665-64AECF29E97D}"/>
                    </a:ext>
                  </a:extLst>
                </p:cNvPr>
                <p:cNvGrpSpPr/>
                <p:nvPr/>
              </p:nvGrpSpPr>
              <p:grpSpPr>
                <a:xfrm rot="1600827">
                  <a:off x="3098836" y="2336844"/>
                  <a:ext cx="1044000" cy="1044000"/>
                  <a:chOff x="689405" y="3629513"/>
                  <a:chExt cx="1044000" cy="1044000"/>
                </a:xfrm>
                <a:grpFill/>
              </p:grpSpPr>
              <p:sp>
                <p:nvSpPr>
                  <p:cNvPr id="29" name="사각형: 둥근 모서리 28">
                    <a:extLst>
                      <a:ext uri="{FF2B5EF4-FFF2-40B4-BE49-F238E27FC236}">
                        <a16:creationId xmlns:a16="http://schemas.microsoft.com/office/drawing/2014/main" id="{FC859FB2-B793-19A1-0067-A99DEA40787F}"/>
                      </a:ext>
                    </a:extLst>
                  </p:cNvPr>
                  <p:cNvSpPr/>
                  <p:nvPr/>
                </p:nvSpPr>
                <p:spPr>
                  <a:xfrm>
                    <a:off x="689405" y="3629513"/>
                    <a:ext cx="1044000" cy="1044000"/>
                  </a:xfrm>
                  <a:prstGeom prst="roundRect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dirty="0"/>
                  </a:p>
                </p:txBody>
              </p:sp>
              <p:sp>
                <p:nvSpPr>
                  <p:cNvPr id="30" name="타원 29">
                    <a:extLst>
                      <a:ext uri="{FF2B5EF4-FFF2-40B4-BE49-F238E27FC236}">
                        <a16:creationId xmlns:a16="http://schemas.microsoft.com/office/drawing/2014/main" id="{271BE631-4312-91AD-6F9A-C797E31D83B2}"/>
                      </a:ext>
                    </a:extLst>
                  </p:cNvPr>
                  <p:cNvSpPr/>
                  <p:nvPr/>
                </p:nvSpPr>
                <p:spPr>
                  <a:xfrm>
                    <a:off x="853063" y="4014080"/>
                    <a:ext cx="303750" cy="303750"/>
                  </a:xfrm>
                  <a:prstGeom prst="ellipse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13"/>
                  </a:p>
                </p:txBody>
              </p:sp>
              <p:sp>
                <p:nvSpPr>
                  <p:cNvPr id="31" name="타원 30">
                    <a:extLst>
                      <a:ext uri="{FF2B5EF4-FFF2-40B4-BE49-F238E27FC236}">
                        <a16:creationId xmlns:a16="http://schemas.microsoft.com/office/drawing/2014/main" id="{0EA8042F-766F-D379-B696-B358F6BCB871}"/>
                      </a:ext>
                    </a:extLst>
                  </p:cNvPr>
                  <p:cNvSpPr/>
                  <p:nvPr/>
                </p:nvSpPr>
                <p:spPr>
                  <a:xfrm>
                    <a:off x="1253961" y="4014080"/>
                    <a:ext cx="303750" cy="303750"/>
                  </a:xfrm>
                  <a:prstGeom prst="ellipse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13"/>
                  </a:p>
                </p:txBody>
              </p:sp>
            </p:grpSp>
            <p:grpSp>
              <p:nvGrpSpPr>
                <p:cNvPr id="23" name="그룹 22">
                  <a:extLst>
                    <a:ext uri="{FF2B5EF4-FFF2-40B4-BE49-F238E27FC236}">
                      <a16:creationId xmlns:a16="http://schemas.microsoft.com/office/drawing/2014/main" id="{64181031-BABB-9821-D769-F4A120EB5773}"/>
                    </a:ext>
                  </a:extLst>
                </p:cNvPr>
                <p:cNvGrpSpPr/>
                <p:nvPr/>
              </p:nvGrpSpPr>
              <p:grpSpPr>
                <a:xfrm>
                  <a:off x="3951936" y="3625020"/>
                  <a:ext cx="1044000" cy="1044000"/>
                  <a:chOff x="691020" y="3625020"/>
                  <a:chExt cx="1044000" cy="1044000"/>
                </a:xfrm>
                <a:grpFill/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F22202E4-3BC9-DBBE-215D-0A3B518B4FEE}"/>
                      </a:ext>
                    </a:extLst>
                  </p:cNvPr>
                  <p:cNvSpPr/>
                  <p:nvPr/>
                </p:nvSpPr>
                <p:spPr>
                  <a:xfrm>
                    <a:off x="691020" y="3625020"/>
                    <a:ext cx="1044000" cy="1044000"/>
                  </a:xfrm>
                  <a:prstGeom prst="roundRect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27" name="타원 26">
                    <a:extLst>
                      <a:ext uri="{FF2B5EF4-FFF2-40B4-BE49-F238E27FC236}">
                        <a16:creationId xmlns:a16="http://schemas.microsoft.com/office/drawing/2014/main" id="{4E3DC6D0-497E-B576-0FBC-9C4A28A6B395}"/>
                      </a:ext>
                    </a:extLst>
                  </p:cNvPr>
                  <p:cNvSpPr/>
                  <p:nvPr/>
                </p:nvSpPr>
                <p:spPr>
                  <a:xfrm>
                    <a:off x="853063" y="4014080"/>
                    <a:ext cx="303750" cy="303750"/>
                  </a:xfrm>
                  <a:prstGeom prst="ellipse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13"/>
                  </a:p>
                </p:txBody>
              </p: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05A8CA6C-8522-1FF1-BF6C-F779E25EDEE2}"/>
                      </a:ext>
                    </a:extLst>
                  </p:cNvPr>
                  <p:cNvSpPr/>
                  <p:nvPr/>
                </p:nvSpPr>
                <p:spPr>
                  <a:xfrm>
                    <a:off x="1253961" y="4014080"/>
                    <a:ext cx="303750" cy="303750"/>
                  </a:xfrm>
                  <a:prstGeom prst="ellipse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13"/>
                  </a:p>
                </p:txBody>
              </p:sp>
            </p:grpSp>
            <p:sp>
              <p:nvSpPr>
                <p:cNvPr id="24" name="직사각형 23">
                  <a:extLst>
                    <a:ext uri="{FF2B5EF4-FFF2-40B4-BE49-F238E27FC236}">
                      <a16:creationId xmlns:a16="http://schemas.microsoft.com/office/drawing/2014/main" id="{ADB1AB5D-D091-801B-A628-3FCDF27406FE}"/>
                    </a:ext>
                  </a:extLst>
                </p:cNvPr>
                <p:cNvSpPr/>
                <p:nvPr/>
              </p:nvSpPr>
              <p:spPr>
                <a:xfrm rot="10800000">
                  <a:off x="1979125" y="5851075"/>
                  <a:ext cx="712781" cy="97282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/>
                </a:p>
              </p:txBody>
            </p:sp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A5F3E81B-E064-A30C-3429-867EF6624261}"/>
                    </a:ext>
                  </a:extLst>
                </p:cNvPr>
                <p:cNvSpPr/>
                <p:nvPr/>
              </p:nvSpPr>
              <p:spPr>
                <a:xfrm rot="10800000">
                  <a:off x="2993985" y="5851075"/>
                  <a:ext cx="712781" cy="97282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/>
                </a:p>
              </p:txBody>
            </p:sp>
          </p:grpSp>
          <p:sp>
            <p:nvSpPr>
              <p:cNvPr id="39" name="타원 38">
                <a:extLst>
                  <a:ext uri="{FF2B5EF4-FFF2-40B4-BE49-F238E27FC236}">
                    <a16:creationId xmlns:a16="http://schemas.microsoft.com/office/drawing/2014/main" id="{F9EA8341-92EF-D19B-01CB-F0FF89509705}"/>
                  </a:ext>
                </a:extLst>
              </p:cNvPr>
              <p:cNvSpPr/>
              <p:nvPr/>
            </p:nvSpPr>
            <p:spPr>
              <a:xfrm>
                <a:off x="3378957" y="2122680"/>
                <a:ext cx="2394923" cy="26352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3" name="타원 42">
                <a:extLst>
                  <a:ext uri="{FF2B5EF4-FFF2-40B4-BE49-F238E27FC236}">
                    <a16:creationId xmlns:a16="http://schemas.microsoft.com/office/drawing/2014/main" id="{9606418F-D254-4763-4A45-E2A6EBDC1FDF}"/>
                  </a:ext>
                </a:extLst>
              </p:cNvPr>
              <p:cNvSpPr/>
              <p:nvPr/>
            </p:nvSpPr>
            <p:spPr>
              <a:xfrm>
                <a:off x="3741434" y="2515185"/>
                <a:ext cx="1688225" cy="1855813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C1496211-625F-A6BE-D5F6-6A0BA7313083}"/>
                </a:ext>
              </a:extLst>
            </p:cNvPr>
            <p:cNvSpPr/>
            <p:nvPr/>
          </p:nvSpPr>
          <p:spPr>
            <a:xfrm>
              <a:off x="4562299" y="3416880"/>
              <a:ext cx="46494" cy="46800"/>
            </a:xfrm>
            <a:prstGeom prst="ellipse">
              <a:avLst/>
            </a:prstGeom>
            <a:solidFill>
              <a:srgbClr val="C0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DB2F5F20-C2CB-0ADD-BE6F-211755375505}"/>
              </a:ext>
            </a:extLst>
          </p:cNvPr>
          <p:cNvGrpSpPr/>
          <p:nvPr/>
        </p:nvGrpSpPr>
        <p:grpSpPr>
          <a:xfrm rot="2033279">
            <a:off x="6719992" y="1467802"/>
            <a:ext cx="482735" cy="347740"/>
            <a:chOff x="7490394" y="964108"/>
            <a:chExt cx="482735" cy="347740"/>
          </a:xfrm>
        </p:grpSpPr>
        <p:sp>
          <p:nvSpPr>
            <p:cNvPr id="54" name="순서도: 수행의 시작/종료 53">
              <a:extLst>
                <a:ext uri="{FF2B5EF4-FFF2-40B4-BE49-F238E27FC236}">
                  <a16:creationId xmlns:a16="http://schemas.microsoft.com/office/drawing/2014/main" id="{FA92DFFE-35FE-39A4-D944-50B7A8902D7E}"/>
                </a:ext>
              </a:extLst>
            </p:cNvPr>
            <p:cNvSpPr/>
            <p:nvPr/>
          </p:nvSpPr>
          <p:spPr>
            <a:xfrm rot="3429511">
              <a:off x="7678056" y="956117"/>
              <a:ext cx="107411" cy="353239"/>
            </a:xfrm>
            <a:prstGeom prst="flowChartTermina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타원 56">
              <a:extLst>
                <a:ext uri="{FF2B5EF4-FFF2-40B4-BE49-F238E27FC236}">
                  <a16:creationId xmlns:a16="http://schemas.microsoft.com/office/drawing/2014/main" id="{52DB6016-B3C3-F7E2-0698-1E54DDBCCA48}"/>
                </a:ext>
              </a:extLst>
            </p:cNvPr>
            <p:cNvSpPr/>
            <p:nvPr/>
          </p:nvSpPr>
          <p:spPr>
            <a:xfrm>
              <a:off x="7490394" y="1193869"/>
              <a:ext cx="122712" cy="11797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8" name="타원 57">
              <a:extLst>
                <a:ext uri="{FF2B5EF4-FFF2-40B4-BE49-F238E27FC236}">
                  <a16:creationId xmlns:a16="http://schemas.microsoft.com/office/drawing/2014/main" id="{BE898A9B-9BD3-3AF4-39F8-45B408FD9B70}"/>
                </a:ext>
              </a:extLst>
            </p:cNvPr>
            <p:cNvSpPr/>
            <p:nvPr/>
          </p:nvSpPr>
          <p:spPr>
            <a:xfrm>
              <a:off x="7850417" y="964108"/>
              <a:ext cx="122712" cy="11797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41EFEB97-5F60-62ED-743E-EA6D4482BE8B}"/>
              </a:ext>
            </a:extLst>
          </p:cNvPr>
          <p:cNvGrpSpPr/>
          <p:nvPr/>
        </p:nvGrpSpPr>
        <p:grpSpPr>
          <a:xfrm rot="19029891">
            <a:off x="7484665" y="1222696"/>
            <a:ext cx="865864" cy="661586"/>
            <a:chOff x="7491015" y="1196556"/>
            <a:chExt cx="865864" cy="661586"/>
          </a:xfrm>
        </p:grpSpPr>
        <p:sp>
          <p:nvSpPr>
            <p:cNvPr id="52" name="순서도: 수행의 시작/종료 51">
              <a:extLst>
                <a:ext uri="{FF2B5EF4-FFF2-40B4-BE49-F238E27FC236}">
                  <a16:creationId xmlns:a16="http://schemas.microsoft.com/office/drawing/2014/main" id="{0FC75677-BD3A-FD3F-76AC-061194DDFEA6}"/>
                </a:ext>
              </a:extLst>
            </p:cNvPr>
            <p:cNvSpPr/>
            <p:nvPr/>
          </p:nvSpPr>
          <p:spPr>
            <a:xfrm rot="18717821">
              <a:off x="7725693" y="1184041"/>
              <a:ext cx="117318" cy="567522"/>
            </a:xfrm>
            <a:prstGeom prst="flowChartTermina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막힌 원호 52">
              <a:extLst>
                <a:ext uri="{FF2B5EF4-FFF2-40B4-BE49-F238E27FC236}">
                  <a16:creationId xmlns:a16="http://schemas.microsoft.com/office/drawing/2014/main" id="{C4B7EACF-FC8D-FB03-81C3-2A10E22A68C2}"/>
                </a:ext>
              </a:extLst>
            </p:cNvPr>
            <p:cNvSpPr/>
            <p:nvPr/>
          </p:nvSpPr>
          <p:spPr>
            <a:xfrm rot="18717821">
              <a:off x="8051137" y="1552399"/>
              <a:ext cx="159220" cy="452265"/>
            </a:xfrm>
            <a:prstGeom prst="blockArc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0" name="타원 59">
              <a:extLst>
                <a:ext uri="{FF2B5EF4-FFF2-40B4-BE49-F238E27FC236}">
                  <a16:creationId xmlns:a16="http://schemas.microsoft.com/office/drawing/2014/main" id="{11D29E7F-3CF8-F322-A27C-6645F96A0272}"/>
                </a:ext>
              </a:extLst>
            </p:cNvPr>
            <p:cNvSpPr/>
            <p:nvPr/>
          </p:nvSpPr>
          <p:spPr>
            <a:xfrm rot="1047922">
              <a:off x="7491015" y="1196556"/>
              <a:ext cx="122712" cy="11797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66" name="그림 65" descr="공구, 주방 도구, 흑백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48F293-D717-24E2-71D5-A9400ECF06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21953">
            <a:off x="8149621" y="1954119"/>
            <a:ext cx="1096301" cy="1020111"/>
          </a:xfrm>
          <a:prstGeom prst="rect">
            <a:avLst/>
          </a:prstGeom>
        </p:spPr>
      </p:pic>
      <p:pic>
        <p:nvPicPr>
          <p:cNvPr id="68" name="그림 67" descr="화이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5F51B9-F0BD-FB1D-69F3-D2BF9576A4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4295" y="3073665"/>
            <a:ext cx="318658" cy="271552"/>
          </a:xfrm>
          <a:prstGeom prst="rect">
            <a:avLst/>
          </a:prstGeom>
        </p:spPr>
      </p:pic>
      <p:pic>
        <p:nvPicPr>
          <p:cNvPr id="64" name="그림 63" descr="원, 스케치, 천문학, 예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A50F540-553D-76F6-7F13-3871B88C35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766885">
            <a:off x="8421017" y="2449915"/>
            <a:ext cx="1143827" cy="82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506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438</TotalTime>
  <Words>51</Words>
  <Application>Microsoft Office PowerPoint</Application>
  <PresentationFormat>와이드스크린</PresentationFormat>
  <Paragraphs>11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 준태</dc:creator>
  <cp:lastModifiedBy>김 준태</cp:lastModifiedBy>
  <cp:revision>41</cp:revision>
  <dcterms:created xsi:type="dcterms:W3CDTF">2026-01-09T09:00:17Z</dcterms:created>
  <dcterms:modified xsi:type="dcterms:W3CDTF">2026-01-12T07:19:30Z</dcterms:modified>
</cp:coreProperties>
</file>