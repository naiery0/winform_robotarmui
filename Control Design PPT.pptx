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FDD"/>
    <a:srgbClr val="FFFFEB"/>
    <a:srgbClr val="FFFF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118" autoAdjust="0"/>
  </p:normalViewPr>
  <p:slideViewPr>
    <p:cSldViewPr snapToGrid="0">
      <p:cViewPr varScale="1">
        <p:scale>
          <a:sx n="100" d="100"/>
          <a:sy n="100" d="100"/>
        </p:scale>
        <p:origin x="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6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1262 11 24575,'-2'5'0,"0"0"0,-1 0 0,1-1 0,-1 1 0,0 0 0,-1-1 0,1 0 0,-1 0 0,0 0 0,0 0 0,0-1 0,-6 5 0,-8 8 0,-109 138 0,85-98 0,-64 64 0,-18 14 0,60-64 0,-4-3 0,-132 100 0,51-46 0,73-59 0,-65 61 0,119-101 0,16-17 0,-1 0 0,1 1 0,1 0 0,-1 0 0,1 0 0,0 1 0,0 0 0,1 0 0,0 0 0,0 0 0,1 1 0,0 0 0,0 0 0,0-1 0,1 1 0,1 1 0,-2 11 0,2-12 0,1 1 0,-1 0 0,2 0 0,-1 0 0,1 0 0,1 0 0,0 0 0,0-1 0,0 1 0,1-1 0,1 1 0,-1-1 0,1 0 0,1 0 0,0-1 0,0 1 0,0-1 0,1 0 0,0 0 0,0-1 0,0 0 0,1 0 0,0 0 0,0-1 0,16 8 0,5 1 0,1-2 0,1-1 0,0-1 0,1-2 0,0-1 0,0-1 0,0-2 0,58 1 0,-60-6 0,-13 2 0,0-1 0,0 0 0,0-1 0,0-1 0,0-1 0,-1 0 0,1-1 0,-1 0 0,25-12 0,8-11 0,-2-2 0,-1-2 0,-1-2 0,75-76 0,-77 61 0,68-106 0,-108 152 0,52-76 0,-24 37 0,-2 0 0,31-63 0,-23 33 0,12-28 0,-29 59 0,37-62 0,9-16 0,25-60 0,15-32 0,-85 170-1365,-9 24-5461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18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1720 739 24575,'-13'-10'0,"0"0"0,-1 1 0,-1 0 0,1 2 0,-23-10 0,-14-7 0,-640-342 0,456 266 0,35 18 0,165 67 0,-60-17 0,-13-5 0,99 33 0,1 1 0,-1 0 0,0 0 0,0 1 0,0 0 0,-1 0 0,1 1 0,0 0 0,-13 1 0,18 1 0,1-1 0,0 1 0,0 0 0,-1 0 0,1 0 0,0 0 0,0 1 0,0-1 0,0 1 0,0 0 0,1 0 0,-1 0 0,0 0 0,1 0 0,0 1 0,-1-1 0,1 1 0,0-1 0,0 1 0,0 0 0,1 0 0,-1 0 0,1 0 0,0 0 0,-1 0 0,1 0 0,1 0 0,-1 1 0,0 3 0,-11 63 0,4 0 0,2 1 0,5 82 0,1-128 0,0 0 0,2 1 0,5 25 0,-4-41 0,0-1 0,0 1 0,1 0 0,0-1 0,1 1 0,0-1 0,0-1 0,1 1 0,0-1 0,9 10 0,16 11 0,0-1 0,2-1 0,66 41 0,26 9 0,85 58 0,-174-114 0,0-1 0,1-1 0,45 14 0,-74-29 0,197 68 0,-60-15 0,-120-48 0,1-1 0,0-1 0,0-1 0,1-1 0,0-2 0,0 0 0,31-2 0,17 3 0,-4 8 0,12 0 0,-62-11 0,0-1 0,0-1 0,0-1 0,22-5 0,-33 5 0,0-2 0,0 1 0,0-1 0,0-1 0,-1 1 0,0-2 0,0 1 0,0-1 0,15-15 0,-6 5-118,3-2-298,-1-1 1,21-28-1,-29 31-6410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21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683 207 24575,'0'-5'0,"-1"0"0,0 1 0,0-1 0,0 1 0,-1-1 0,1 1 0,-1 0 0,0 0 0,-1 0 0,1 0 0,-1 0 0,1 0 0,-1 0 0,0 1 0,-1-1 0,1 1 0,0 0 0,-1 0 0,0 1 0,0-1 0,0 1 0,-5-3 0,-14-7 0,0 1 0,-47-14 0,43 16 0,-15-6 0,0 3 0,-1 1 0,-1 2 0,-69-5 0,109 13 0,0 1 0,-1 0 0,1 0 0,-1 1 0,1-1 0,0 1 0,0 0 0,-1 0 0,1 0 0,0 0 0,0 1 0,0 0 0,0 0 0,0 0 0,0 0 0,-6 6 0,7-4 0,0-1 0,0 1 0,0 0 0,1 0 0,0 1 0,-1-1 0,2 0 0,-1 1 0,0-1 0,1 1 0,0 0 0,0-1 0,0 1 0,1 0 0,-1 6 0,0 9 0,0 0 0,1 0 0,1 0 0,1 0 0,5 23 0,-6-38 0,1 0 0,-1 0 0,1 0 0,0 0 0,1-1 0,-1 1 0,1-1 0,0 0 0,0 0 0,0 0 0,0 0 0,1 0 0,-1-1 0,1 1 0,0-1 0,0 0 0,1 0 0,-1-1 0,1 1 0,-1-1 0,1 0 0,0 0 0,-1 0 0,1-1 0,8 2 0,-3-2 0,1 2 0,0 0 0,-1 0 0,1 1 0,-1 0 0,0 1 0,0 0 0,9 6 0,-15-7 0,1 0 0,-1 0 0,1 0 0,-1 1 0,-1-1 0,1 1 0,-1 0 0,1 0 0,-1 0 0,-1 0 0,1 1 0,-1-1 0,0 1 0,0 0 0,0 0 0,0 9 0,1 0 0,-1 0 0,-1 0 0,-1 0 0,0 0 0,-1 0 0,0 0 0,-6 24 0,6-35 0,0 1 0,-1-1 0,0 1 0,1-1 0,-2 0 0,1 0 0,0 0 0,-1 0 0,0 0 0,0 0 0,0-1 0,0 1 0,0-1 0,-1 0 0,1 0 0,-1 0 0,0 0 0,0-1 0,0 0 0,-1 1 0,1-1 0,0-1 0,-1 1 0,1-1 0,-1 0 0,1 0 0,-9 1 0,-93-2 0,6-1 0,98 1 0,1 0 0,-1 0 0,0 0 0,1 0 0,-1 0 0,0 0 0,1 1 0,-1-1 0,0 1 0,1-1 0,-1 1 0,1-1 0,-1 1 0,1 0 0,-1 0 0,1 0 0,-1 0 0,1 0 0,0 0 0,0 0 0,-1 0 0,1 1 0,0-1 0,0 0 0,0 1 0,-1 1 0,2 0 0,0-1 0,0 0 0,0 1 0,0-1 0,0 0 0,1 0 0,-1 1 0,1-1 0,0 0 0,-1 0 0,1 1 0,0-1 0,0 0 0,0 0 0,1 0 0,1 2 0,6 9 0,1-1 0,1-1 0,0 1 0,18 13 0,-19-18 0,0-1 0,-1 0 0,2-1 0,-1 0 0,1-1 0,-1 0 0,20 4 0,82 9 0,-83-13 0,25 1 0,0-2 0,95-8 0,-142 5-65,1-1 0,0 0 0,0-1 0,-1 0 0,1 0 0,-1-1 0,1 1 0,-1-2 0,0 1 0,0-1 0,-1 0 0,1 0 0,-1-1 0,0 0 0,0 0 0,0-1 0,-1 1 0,0-1 0,0 0 0,4-7 0,-1-4-6761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3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442 85 24575,'1'5'0,"0"0"0,0-1 0,0 1 0,1 0 0,-1-1 0,1 1 0,0-1 0,1 1 0,-1-1 0,1 0 0,0 0 0,6 6 0,43 44 0,-50-53 0,28 27 0,2-1 0,0-2 0,2-1 0,1-2 0,50 24 0,19 7 0,123 86 0,-198-120 0,70 41 0,-51-33 0,-1 3 0,46 38 0,28 21 0,-93-71 0,0 1 0,-2 1 0,0 1 0,-2 1 0,0 2 0,32 40 0,-52-57 0,0 1 0,0-1 0,-1 1 0,0 0 0,-1 0 0,1 0 0,-1 0 0,-1 0 0,0 1 0,0 8 0,-4 93 0,0-47 0,3-58 0,0 1 0,0-1 0,0 0 0,-1 0 0,1 1 0,-1-1 0,0 0 0,-1 0 0,1 0 0,-1 0 0,0 0 0,-1-1 0,1 1 0,-1 0 0,0-1 0,0 0 0,0 1 0,0-1 0,-1-1 0,0 1 0,1 0 0,-1-1 0,-1 0 0,1 0 0,0 0 0,-1 0 0,0-1 0,-8 3 0,-31 9 0,-2-2 0,0-2 0,0-2 0,-1-2 0,1-2 0,-1-2 0,-67-7 0,102 4 0,-1-2 0,1 0 0,0 0 0,0-1 0,0 0 0,0-1 0,1-1 0,-14-8 0,-88-65 0,45 28 0,-32-30 0,29 22 0,19 14 0,2-2 0,-57-69 0,-3-3 0,-77-82 0,46 12 0,124 169 0,2 0 0,0-1 0,1-1 0,1 0 0,0-1 0,2 0 0,1-1 0,-7-27 0,12 32-136,2 0-1,0 0 1,1-1-1,1 1 1,1 0-1,1-1 1,0 1-1,2 0 0,6-29 1,-3 31-6690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4.1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2050 233 24575,'-9'-6'0,"0"1"0,0 0 0,0 1 0,-1 0 0,1 1 0,-1-1 0,0 2 0,0 0 0,-13-2 0,6 1 0,-362-60 0,188 37 0,131 17 0,-102-31 0,117 27 0,0 1 0,-1 2 0,0 3 0,-62-3 0,-508 11 0,607-1 0,1 1 0,-1 1 0,1-1 0,-1 1 0,1 0 0,0 1 0,0 0 0,0 1 0,0-1 0,1 1 0,0 1 0,-1-1 0,1 1 0,1 1 0,-1-1 0,-8 11 0,4-5 0,1 1 0,1 1 0,0 0 0,1 0 0,0 1 0,1 0 0,0 0 0,-5 20 0,10-31 0,1 1 0,0-1 0,1 1 0,-1 0 0,1-1 0,-1 1 0,1 0 0,0 0 0,0-1 0,1 1 0,-1 0 0,1 0 0,0-1 0,0 1 0,0 0 0,0-1 0,1 0 0,-1 1 0,1-1 0,0 0 0,0 1 0,0-1 0,1 0 0,-1-1 0,1 1 0,-1 0 0,1-1 0,0 1 0,0-1 0,0 0 0,6 3 0,9 5 0,1-2 0,1 0 0,-1-1 0,35 8 0,-13-4 0,252 71 0,-253-74 0,43 2 0,-16-2 0,93 2 0,-114-10 0,1 3 0,49 9 0,-56-6 0,76 1 0,-74-6 0,68 10 0,300 68 0,-380-73 0,145 24 0,-97-20 0,-35-3 0,68 1 0,-104-8 0,5 1 0,-1-1 0,1-1 0,-1 0 0,1-1 0,21-5 0,-29 6 0,-1-1 0,0 0 0,0 1 0,0-1 0,0 0 0,0 0 0,0-1 0,-1 1 0,1-1 0,-1 1 0,1-1 0,-1 0 0,0 0 0,0 0 0,0 0 0,-1 0 0,1 0 0,-1 0 0,1-1 0,-1 1 0,0-1 0,-1 1 0,2-8 0,12-51-1365,-9 45-5461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2:4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582 315 24575,'0'-18'0,"1"1"0,-1 1 0,-1-1 0,-1 0 0,-5-23 0,5 34 0,0 0 0,0 0 0,-1 1 0,1-1 0,-1 1 0,-1 0 0,1 0 0,-1 0 0,0 0 0,0 0 0,-1 1 0,1 0 0,-1 0 0,0 0 0,-9-5 0,-19-9 0,-1 2 0,-1 2 0,0 0 0,-72-15 0,90 25 0,1 0 0,-1 2 0,1 0 0,-1 0 0,0 2 0,1 0 0,-1 1 0,0 1 0,-24 5 0,36-5 0,1 0 0,-1 1 0,0 0 0,1-1 0,0 2 0,-1-1 0,1 0 0,0 1 0,1 0 0,-1 0 0,1 0 0,0 0 0,0 1 0,-4 5 0,6-7 0,0-1 0,-1 1 0,1-1 0,0 1 0,1-1 0,-1 1 0,0 0 0,1-1 0,-1 1 0,1 0 0,0-1 0,0 1 0,0 0 0,0-1 0,1 1 0,-1 0 0,1-1 0,-1 1 0,1 0 0,0-1 0,0 1 0,0-1 0,1 1 0,-1-1 0,0 0 0,1 1 0,0-1 0,3 4 0,2-1 0,1 1 0,0-2 0,0 1 0,0-1 0,0 0 0,1 0 0,-1-1 0,1 0 0,0-1 0,0 0 0,15 1 0,-13-1 0,1 0 0,0 1 0,-1 0 0,1 1 0,12 6 0,-20-7 0,0-1 0,0 1 0,-1 0 0,1 0 0,0 0 0,-1 1 0,0-1 0,0 1 0,0 0 0,0 0 0,0 0 0,-1 0 0,0 0 0,0 1 0,0-1 0,0 1 0,1 5 0,-2-6 0,0 0 0,0 0 0,0 0 0,0 1 0,0-1 0,-1 0 0,0 1 0,0-1 0,0 0 0,-1 1 0,1-1 0,-1 0 0,0 0 0,0 1 0,-3 7 0,2-10 0,0 1 0,-1-1 0,1 1 0,0-1 0,-1 0 0,1 0 0,-1 0 0,0 0 0,1 0 0,-1 0 0,0-1 0,0 0 0,0 1 0,0-1 0,0 0 0,-1 0 0,1-1 0,0 1 0,0-1 0,-1 0 0,-4 1 0,-14-1 0,12 0 0,1 1 0,-1-1 0,1 2 0,-1-1 0,1 1 0,-9 3 0,15-4 0,1 0 0,0 1 0,-1-1 0,1 0 0,0 1 0,0-1 0,0 1 0,0 0 0,0 0 0,1 0 0,-1 0 0,0 0 0,1 0 0,0 0 0,-1 0 0,1 1 0,0-1 0,0 1 0,0-1 0,0 1 0,1-1 0,-1 1 0,1-1 0,0 1 0,-1-1 0,1 1 0,0 3 0,0-1 0,0 1 0,1-1 0,-1 0 0,1 1 0,0-1 0,0 1 0,1-1 0,-1 0 0,1 0 0,0 0 0,1 0 0,-1 0 0,1 0 0,0-1 0,0 1 0,6 6 0,-3-6 0,0 0 0,1 0 0,-1 0 0,1-1 0,0 0 0,0 0 0,1-1 0,-1 0 0,1 0 0,8 2 0,17 1 0,-1-1 0,1-1 0,0-2 0,44-3 0,-66 1 0,2 0-111,45-5-1143,-41-1-5572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00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1568 0 24575,'-25'1'0,"0"1"0,1 1 0,-1 2 0,1 0 0,0 1 0,0 2 0,1 0 0,0 2 0,-23 13 0,-195 83 0,-212 110 0,285-127 0,-62 39 0,201-110 0,16-11 0,1 0 0,0 1 0,1 0 0,0 1 0,0 0 0,1 1 0,0 0 0,-12 17 0,13-15 0,1 0 0,0 1 0,1 0 0,0 0 0,1 1 0,1-1 0,0 1 0,1 1 0,0-1 0,1 0 0,1 1 0,-1 24 0,2-32 0,1-1 0,0 1 0,1 0 0,0-1 0,0 1 0,0 0 0,1-1 0,0 1 0,0-1 0,1 0 0,-1 0 0,5 7 0,-4-10 0,0 1 0,0-1 0,0 0 0,1 0 0,-1 0 0,1-1 0,0 1 0,0-1 0,-1 0 0,2 0 0,-1 0 0,0-1 0,0 1 0,0-1 0,1 0 0,-1 0 0,1-1 0,-1 1 0,6-1 0,67 3 0,105-9 0,-164 3 0,0-1 0,0-1 0,-1 0 0,0-2 0,0 0 0,30-17 0,30-12 0,138-65 0,-120 53 0,145-91 0,-148 82 0,113-53 0,-174 92 0,-2 0 0,0-2 0,-2-1 0,32-32 0,-33 31 0,-8 8 0,1 1 0,0 0 0,0 2 0,32-13 0,-28 13 0,-1 0 0,0-1 0,26-20 0,-1 0-1365,-35 22-5461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0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1518 1290 24575,'-9'-1'0,"0"0"0,0-1 0,1 1 0,-1-2 0,1 1 0,-1-1 0,1-1 0,0 1 0,0-1 0,1-1 0,-1 1 0,1-1 0,0-1 0,0 1 0,0-1 0,1 0 0,-7-9 0,-12-16 0,1 0 0,-31-57 0,29 46 0,-42-66 0,-5 2 0,-125-139 0,-8-13 0,200 250 0,-45-67 0,35 49 0,-1 1 0,-1 0 0,-1 1 0,-1 1 0,-1 1 0,-36-29 0,49 47 0,1 0 0,-1 1 0,0 0 0,0 0 0,0 1 0,0 0 0,-1 0 0,1 1 0,0 0 0,-14 0 0,-86 8 0,96-6 0,1 2 0,-1-1 0,1 2 0,0-1 0,0 2 0,0-1 0,1 1 0,-1 1 0,1 0 0,1 1 0,-1 0 0,1 0 0,0 1 0,1 0 0,-1 0 0,2 1 0,-12 16 0,10-11 0,0 0 0,1 1 0,0 0 0,2 1 0,0-1 0,0 1 0,2 0 0,0 1 0,0-1 0,2 1 0,-1 28 0,2 17 0,5 132 0,-2-182 0,1 0 0,0 0 0,1 0 0,0-1 0,1 1 0,0-1 0,1 0 0,0-1 0,1 1 0,11 12 0,12 14 0,45 40 0,-8-14 0,4-3 0,2-4 0,2-3 0,3-3 0,85 41 0,-132-74 0,-1 1 0,-2 2 0,0 1 0,26 25 0,98 107 0,-73-70 0,-18-25 27,37 41-1419,-85-84-5434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12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1025 311 24575,'-12'0'0,"-1"0"0,0 0 0,1-1 0,-1-1 0,1 0 0,0-1 0,-1 0 0,1-1 0,0 0 0,1-1 0,-1 0 0,1-1 0,0 0 0,1-1 0,-12-9 0,-8-7 0,-3-5 0,-2 2 0,0 1 0,-2 2 0,-1 2 0,-67-29 0,78 40 0,0 1 0,0 0 0,-1 2 0,0 2 0,0 0 0,-37-1 0,47 6 0,0 1 0,0 0 0,-24 6 0,33-5 0,1 1 0,0 0 0,0 0 0,0 1 0,0 0 0,1 0 0,-1 1 0,1 0 0,-7 6 0,3-1 0,0 0 0,1 0 0,0 1 0,1 0 0,0 1 0,1 0 0,-13 24 0,19-32 0,0-1 0,1 1 0,0-1 0,0 1 0,0 0 0,0-1 0,0 1 0,1 0 0,-1 0 0,1-1 0,0 1 0,0 0 0,1 0 0,-1 0 0,1-1 0,0 1 0,0 0 0,0-1 0,0 1 0,1-1 0,-1 1 0,1-1 0,0 0 0,0 1 0,0-1 0,0 0 0,1 0 0,-1-1 0,1 1 0,0 0 0,0-1 0,0 0 0,0 0 0,0 1 0,5 1 0,10 4 0,0 0 0,0-1 0,1-1 0,0-1 0,26 4 0,25 7 0,-17-1 0,-39-13 0,-1 1 0,0 0 0,0 1 0,0 1 0,0 0 0,0 1 0,-1 0 0,0 1 0,-1 1 0,1 0 0,-1 0 0,11 12 0,-16-14 0,1 1 0,-2 0 0,1 0 0,-1 0 0,0 1 0,-1 0 0,5 10 0,-8-17 0,-1 1 0,1-1 0,-1 1 0,0 0 0,1-1 0,-1 1 0,0 0 0,0-1 0,0 1 0,0 0 0,0-1 0,-1 1 0,1-1 0,0 1 0,-1 0 0,1-1 0,-1 1 0,-1 1 0,1-1 0,-1 0 0,1 0 0,-1-1 0,0 1 0,0-1 0,0 1 0,0-1 0,0 0 0,0 0 0,0 0 0,0 0 0,0 0 0,0 0 0,-1 0 0,1-1 0,-5 1 0,-19 2 0,1-1 0,-1-1 0,0-2 0,-30-3 0,33 1 0,0 1 0,0 2 0,0 0 0,0 1 0,-36 7 0,54-6 0,0 0 0,0 0 0,1 0 0,-1 1 0,1-1 0,0 1 0,0 0 0,0 1 0,0-1 0,0 1 0,1-1 0,-1 1 0,1 0 0,0 1 0,0-1 0,1 0 0,-1 1 0,1-1 0,0 1 0,0 0 0,1 0 0,-1 0 0,1 0 0,0 0 0,0 9 0,-2 10 0,1 0 0,2 0 0,1 0 0,3 27 0,-3-46 0,0 0 0,0 1 0,1-1 0,-1 0 0,1 0 0,0 0 0,0 0 0,1-1 0,0 1 0,0-1 0,0 1 0,0-1 0,0 0 0,1 0 0,0 0 0,0-1 0,0 1 0,0-1 0,1 0 0,-1 0 0,8 3 0,9 3 0,1 0 0,-1-2 0,43 9 0,-4 0 0,145 39-1365,-184-49-5461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0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2229 55 24575,'-26'-2'0,"0"-1"0,1-1 0,-46-13 0,42 9 0,1 2 0,-50-6 0,-402 10 0,240 4 0,-760-2 0,986 1 0,0 0 0,0 1 0,0 0 0,0 1 0,0 1 0,1 0 0,-17 7 0,23-8 0,1 0 0,-1 0 0,0 1 0,1 0 0,0 0 0,0 1 0,0 0 0,1 0 0,-1 0 0,1 1 0,0-1 0,1 1 0,-1 0 0,1 1 0,-4 8 0,7-12 0,0 0 0,0 0 0,0 0 0,1 0 0,-1 0 0,1 1 0,0-1 0,0 0 0,0 0 0,0 0 0,1 0 0,-1 1 0,1-1 0,0 0 0,0 0 0,0 0 0,0 0 0,0 0 0,1-1 0,-1 1 0,1 0 0,0-1 0,0 1 0,0-1 0,0 1 0,4 3 0,7 5 0,0-1 0,1 0 0,29 16 0,-9-5 0,-15-10 0,2-1 0,-1 0 0,1-1 0,37 9 0,22 9 0,-31-9 0,1-3 0,1-2 0,0-2 0,1-3 0,72 4 0,2 1 0,-77-6 0,61 0 0,-79-6 0,54 10 0,-53-5 0,50 1 0,662-8-1365,-722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2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2213 29 24575,'-91'0'0,"-527"-16"0,-166 4 0,476 15 0,285-4 0,-7 0 0,-1 1 0,0 1 0,1 2 0,-1 1 0,1 1 0,0 2 0,-29 10 0,51-14 0,1 0 0,-1 1 0,0 0 0,1 0 0,0 1 0,0 0 0,0 0 0,1 1 0,0-1 0,0 2 0,0-1 0,-6 9 0,9-10 0,0 1 0,1-1 0,-1 1 0,1 0 0,0 0 0,0 0 0,1 0 0,0 0 0,0 0 0,0 0 0,1 0 0,-1 0 0,2 1 0,-1-1 0,1 0 0,0 0 0,3 11 0,-1-9 0,0-1 0,1 1 0,-1-1 0,1 0 0,1 0 0,0-1 0,0 1 0,0-1 0,1 0 0,-1 0 0,1-1 0,1 0 0,-1 0 0,1 0 0,0-1 0,13 6 0,12 6 0,2-3 0,50 15 0,-60-21 0,32 9 0,2-2 0,113 11 0,120-17 0,-263-6 0,1 0 0,30 7 0,-29-3 0,52 1 0,1021-8 0,-1083 0 42,1-1 0,30-7 1,10-1-1535,-39 7-5334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4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1001 336 24575,'0'-4'0,"-1"1"0,0-1 0,0 1 0,0 0 0,0 0 0,0 0 0,-1 0 0,0 0 0,1 0 0,-1 0 0,0 0 0,0 0 0,-3-2 0,-36-35 0,31 31 0,-15-14 0,-1 2 0,-1 0 0,-1 2 0,-1 1 0,-1 2 0,0 0 0,-1 2 0,-1 1 0,-48-12 0,22 10 0,0 2 0,0 3 0,-1 2 0,-67 0 0,106 8 0,1 1 0,0 0 0,0 2 0,0 0 0,-31 10 0,46-12 0,-1 1 0,0 0 0,0 0 0,1 0 0,0 1 0,-1-1 0,1 1 0,0 0 0,0 1 0,0-1 0,1 0 0,-1 1 0,1 0 0,0 0 0,0 0 0,0 0 0,1 1 0,-1-1 0,1 1 0,0-1 0,0 1 0,1 0 0,-1 0 0,1 0 0,0 0 0,0 9 0,1-11 0,0 1 0,0-1 0,0 0 0,1 1 0,0-1 0,-1 1 0,1-1 0,1 0 0,-1 0 0,0 0 0,1 1 0,-1-1 0,1-1 0,0 1 0,0 0 0,0 0 0,4 3 0,0-1 0,0 1 0,1-1 0,-1-1 0,1 0 0,0 0 0,0 0 0,10 3 0,4 1 0,0-2 0,1 0 0,0-2 0,37 4 0,127-9 0,13 2 0,-196-1 0,0 0 0,0 0 0,0 0 0,0 1 0,0-1 0,0 1 0,0 0 0,0 0 0,-1 0 0,1 1 0,0-1 0,-1 0 0,1 1 0,-1 0 0,1 0 0,-1-1 0,0 1 0,0 1 0,0-1 0,0 0 0,0 0 0,0 1 0,0-1 0,-1 1 0,0 0 0,1-1 0,-1 1 0,0 0 0,1 5 0,-2-5 0,1 1 0,-1 0 0,-1 0 0,1-1 0,0 1 0,-1 0 0,0-1 0,0 1 0,0 0 0,0-1 0,-1 1 0,1-1 0,-1 0 0,0 0 0,0 1 0,0-1 0,0 0 0,-1 0 0,1-1 0,-1 1 0,0-1 0,0 1 0,-5 3 0,-11 5 0,-2-1 0,1 0 0,-1-1 0,0-2 0,0 0 0,-40 7 0,28-7 0,1 1 0,-36 16 0,59-20 0,-1 0 0,1 1 0,0 1 0,0-1 0,1 2 0,0-1 0,0 1 0,0 0 0,1 0 0,0 1 0,-6 9 0,10-12 0,0-1 0,1 0 0,0 0 0,0 1 0,0 0 0,0-1 0,1 1 0,-1 0 0,1 0 0,1-1 0,-1 1 0,1 0 0,0 0 0,0 0 0,0 0 0,0 0 0,1 0 0,0 0 0,2 5 0,-2-6 0,0-1 0,1 1 0,0-1 0,0 1 0,0-1 0,0 0 0,1 0 0,-1 0 0,1 0 0,-1 0 0,1 0 0,0-1 0,0 1 0,1-1 0,-1 0 0,0 0 0,1 0 0,-1 0 0,1-1 0,0 0 0,-1 1 0,1-1 0,0 0 0,4 0 0,42 3 0,0-2 0,70-6 0,-5 0 0,-76 2 0,0-2 0,0-2 0,-1-2 0,1-1 0,44-18 0,-45 11-1365,-20 6-5461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5:53:25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61F57-984D-A6A8-CA81-849C560C4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1E00F8-CB4C-2BF6-4C26-CF42E4B09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5AF118-8A80-B8E2-73F7-13B749FA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D46AB4-5374-7290-2D73-61DF9144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9A8C-A208-4DF4-9B93-E76A89D6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969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48CF0-4BED-FBA4-090B-0BCD8063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05F0A4-5009-BBE0-F988-AA0E4C24B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AFBDEC-6149-9A80-1852-045510BE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6E28FB-FAE0-A5EC-0A62-D34062050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899BE-D79D-7CD7-71FA-5C95731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643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5A4B0-7254-B75B-1AB6-74B29A06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FB535B-0207-6665-B555-8C329D029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69940A-08DC-AD55-C524-98A0848B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C66823-DED7-A51B-5149-F5FFBE9EA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583D52-8CFB-A9A9-4422-E626AAC5D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357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D3C2A-C3DE-6D35-DCC8-83EF3BC61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64190-B58B-90CA-B495-B54B3588D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8C4FAF-887A-A434-9D41-5AC52C3B1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378E01-A0F6-5696-F8B5-D12FF26C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DF0172-59D2-D10B-069F-391EECEA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B54957-FB76-CAC4-3459-7550E025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9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387A5E-2494-8808-CA5A-FBAA1218A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F0965C-17AC-DB7E-0BCF-FE1939EB4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49CD55-B821-AEC4-0BDF-26A5722EB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99EF1F-BA8D-1E48-5446-A4FADCCF1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798B36-6086-60F9-7779-D35B8A1F0A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4ECC656-35FA-827E-D2AD-8282B01D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0F52092-18F9-262A-D9D0-F0DADB826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37507A-857A-393D-8C50-D6C725999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862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B59AC-D0A7-BB50-26C7-11C3C996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3DA705-6A35-CDC6-CE9D-DEA28C00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ED0D3D-F327-192D-F3A0-0E986DE87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F12638-248A-F485-0286-1B46D4FD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79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7CC203-A51E-4055-C1AE-7994F263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764A1E4-D1B5-4FC6-E177-06B709F88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841B7-0DB0-D24C-BD47-0B8AF08BA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43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55D4C-7609-2212-5BD1-71EA531D4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12DE1-95FF-4C52-AF8F-0E7486835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A78882-AB43-20F2-B66D-770FB51CC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D9AD50-58BD-61CB-DF2D-20A4BF2E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74D494-3E24-F3DC-E83E-0B3E9785E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1EA737-71CB-2116-88B8-CFD093DB0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9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EB1F2-03EA-70A5-CD92-ACE5D33FB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9C67DE2-A34A-2184-5A82-73DCFA422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D160E5-DF86-FF47-BF05-8D6DC424D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D2E013-A98E-48AB-A6D5-F9213CF9D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44C91-E03E-9F74-6958-05BE83B1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5E77233-5485-F853-1D3F-188E3D7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157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5E4D6-72BF-7815-F53D-0055C700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0EE95D-BCE7-5371-7239-A34F82E4A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5FF71-CD55-5BE1-1582-E2F124D8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72097A-731B-5D74-6106-016FF21F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E1D42-C2FA-6D90-726D-330DBE4A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813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F6A11A-1562-A5C9-8098-025298B14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B3E875-E9B4-7249-CD24-11F062E43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29DA2C-BAC5-6631-F87C-23E65492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173BDB-73B2-F0FD-6B1F-9D22AE233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346CB8-CAD4-27FD-C6B5-445C23FF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9565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CF02C2-1D09-6C4E-FE9A-99759C1F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71473F-922B-FC72-6D5D-C2425B87B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D4E3AB-D56F-BE21-0B1D-B98986F4B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C1622-C0C2-42A6-A420-A2525B32B105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56D866-2326-711B-CA6C-5CA2377E7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1DD5C1-F8F3-5C96-BC81-9EC875C3D8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7F08A-2850-475F-97F0-3F13EA3816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1.png"/><Relationship Id="rId18" Type="http://schemas.openxmlformats.org/officeDocument/2006/relationships/customXml" Target="../ink/ink7.xml"/><Relationship Id="rId26" Type="http://schemas.openxmlformats.org/officeDocument/2006/relationships/customXml" Target="../ink/ink11.xml"/><Relationship Id="rId3" Type="http://schemas.openxmlformats.org/officeDocument/2006/relationships/image" Target="../media/image5.png"/><Relationship Id="rId21" Type="http://schemas.openxmlformats.org/officeDocument/2006/relationships/image" Target="../media/image15.png"/><Relationship Id="rId7" Type="http://schemas.openxmlformats.org/officeDocument/2006/relationships/image" Target="../media/image8.png"/><Relationship Id="rId12" Type="http://schemas.openxmlformats.org/officeDocument/2006/relationships/customXml" Target="../ink/ink4.xml"/><Relationship Id="rId17" Type="http://schemas.openxmlformats.org/officeDocument/2006/relationships/image" Target="../media/image13.png"/><Relationship Id="rId25" Type="http://schemas.openxmlformats.org/officeDocument/2006/relationships/image" Target="../media/image17.png"/><Relationship Id="rId2" Type="http://schemas.openxmlformats.org/officeDocument/2006/relationships/image" Target="../media/image4.png"/><Relationship Id="rId16" Type="http://schemas.openxmlformats.org/officeDocument/2006/relationships/customXml" Target="../ink/ink6.xml"/><Relationship Id="rId20" Type="http://schemas.openxmlformats.org/officeDocument/2006/relationships/customXml" Target="../ink/ink8.xml"/><Relationship Id="rId29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10.png"/><Relationship Id="rId24" Type="http://schemas.openxmlformats.org/officeDocument/2006/relationships/customXml" Target="../ink/ink10.xml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23" Type="http://schemas.openxmlformats.org/officeDocument/2006/relationships/image" Target="../media/image16.png"/><Relationship Id="rId28" Type="http://schemas.openxmlformats.org/officeDocument/2006/relationships/customXml" Target="../ink/ink12.xml"/><Relationship Id="rId10" Type="http://schemas.openxmlformats.org/officeDocument/2006/relationships/customXml" Target="../ink/ink3.xml"/><Relationship Id="rId19" Type="http://schemas.openxmlformats.org/officeDocument/2006/relationships/image" Target="../media/image14.png"/><Relationship Id="rId31" Type="http://schemas.openxmlformats.org/officeDocument/2006/relationships/image" Target="../media/image20.png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customXml" Target="../ink/ink5.xml"/><Relationship Id="rId22" Type="http://schemas.openxmlformats.org/officeDocument/2006/relationships/customXml" Target="../ink/ink9.xml"/><Relationship Id="rId27" Type="http://schemas.openxmlformats.org/officeDocument/2006/relationships/image" Target="../media/image18.png"/><Relationship Id="rId30" Type="http://schemas.openxmlformats.org/officeDocument/2006/relationships/customXml" Target="../ink/ink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4E298402-2308-D153-8B7A-1E4E43A801C2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D7326DB-8565-6731-7B4F-29E6BB66BCA6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BA13C8-21A7-DD7D-448F-8868ED683D92}"/>
              </a:ext>
            </a:extLst>
          </p:cNvPr>
          <p:cNvGrpSpPr/>
          <p:nvPr/>
        </p:nvGrpSpPr>
        <p:grpSpPr>
          <a:xfrm rot="1480198">
            <a:off x="5580537" y="952498"/>
            <a:ext cx="3012560" cy="2707724"/>
            <a:chOff x="5251010" y="401641"/>
            <a:chExt cx="3012560" cy="2707724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BCBCA0C-05E1-AE25-521B-962A849AD84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6D768B6-3F8D-29F0-BF14-F31F31E93073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26822CDE-DEEE-70B3-62CC-EE866996ADAF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0DAC0E10-092C-7C1F-DFB3-1CEB062D07F9}"/>
                </a:ext>
              </a:extLst>
            </p:cNvPr>
            <p:cNvGrpSpPr/>
            <p:nvPr/>
          </p:nvGrpSpPr>
          <p:grpSpPr>
            <a:xfrm rot="1618660">
              <a:off x="6992952" y="401641"/>
              <a:ext cx="1270618" cy="2070610"/>
              <a:chOff x="6498880" y="345157"/>
              <a:chExt cx="1270618" cy="2070610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6B641C0-4AE2-24CF-F94F-0917216AD6F1}"/>
                  </a:ext>
                </a:extLst>
              </p:cNvPr>
              <p:cNvSpPr/>
              <p:nvPr/>
            </p:nvSpPr>
            <p:spPr>
              <a:xfrm rot="18501142">
                <a:off x="6506539" y="1028694"/>
                <a:ext cx="1946495" cy="579422"/>
              </a:xfrm>
              <a:prstGeom prst="round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92673733-E786-0CB2-88FC-94C24418622C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F97FA599-DCE1-0E8F-A989-D468703DDFC3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B60180D-25EC-CC2F-1DD8-8538DBE8C7BA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FDEF24B-222D-73FF-67D0-F44828FEAB74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E75103-AECA-B1E2-3EB7-D3128B664C9C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7C53363-0CBB-F16B-E1FE-6E747C763F5F}"/>
              </a:ext>
            </a:extLst>
          </p:cNvPr>
          <p:cNvSpPr/>
          <p:nvPr/>
        </p:nvSpPr>
        <p:spPr>
          <a:xfrm>
            <a:off x="8739930" y="2241039"/>
            <a:ext cx="725041" cy="743780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751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AC32-773D-9774-497F-D534EE07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E585EF88-3124-ABF0-42D0-598A49C97956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B3840B-8463-FFDC-D70D-3D8DE8714BD9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4687ECD-4129-69B3-77F0-768921D8B8FD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1B12D1C-EF80-FE55-802B-89B8CC925DD2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A829E2E9-B455-2263-2BD2-2C840C479B68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68A18CFF-C00F-9677-1C08-73D8289AEE8B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5CD3515D-ECD3-7869-E932-64F2723F9717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70D8A81-36E4-E621-21EF-4F6CEB02B6D8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C0B5D4A-A702-008D-6746-1855075E200A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90641D22-7254-884C-B747-283AF65A54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929A510-1B4D-209B-32AB-6D9824AB263F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520351-C6A7-38BA-CE07-B890879C9796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A82D7E4-C49A-109E-3F6F-8045CE59DF43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ED5562F-60DE-99CB-72A3-33CC7B21DB35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290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FB56-C8CC-E1B2-A9AC-6644C4633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246D079A-E247-AF14-18A8-91D809C51BB3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8A8FA6F-5A10-2A6B-7388-E6BAB4B359A7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F58E772-2B13-F69F-E63E-520F21FC2DCA}"/>
              </a:ext>
            </a:extLst>
          </p:cNvPr>
          <p:cNvGrpSpPr/>
          <p:nvPr/>
        </p:nvGrpSpPr>
        <p:grpSpPr>
          <a:xfrm rot="1480198">
            <a:off x="5269432" y="2375180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502BF35-C389-2514-47DA-5D9F7C4E5D6D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9EF8DB2F-91B4-F681-5862-3791F92F671E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FD31CCFE-8C56-0324-3A2D-D48EA564E4E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58B1428-DBB2-4868-A722-E1F9763B76B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6A4F288E-A43B-12BB-9CCB-DE56D43BEF2D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5E0A8545-2C20-3BFB-9BE0-0E3BB7F7339E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4031F8D4-3F07-902B-5746-8D4F5C4D0692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1F106BE-27EA-86B2-3DAF-A14150E5BFC7}"/>
              </a:ext>
            </a:extLst>
          </p:cNvPr>
          <p:cNvSpPr/>
          <p:nvPr/>
        </p:nvSpPr>
        <p:spPr>
          <a:xfrm>
            <a:off x="7235190" y="2427954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9F46AD2-68CE-3945-0BBA-09D30552FB52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00CBE77-ECC3-D839-34A4-C7B8A784FCC1}"/>
              </a:ext>
            </a:extLst>
          </p:cNvPr>
          <p:cNvSpPr/>
          <p:nvPr/>
        </p:nvSpPr>
        <p:spPr>
          <a:xfrm>
            <a:off x="5686826" y="982698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1C3DA6C-B217-B88E-D7DA-6DD28452AFC3}"/>
              </a:ext>
            </a:extLst>
          </p:cNvPr>
          <p:cNvSpPr/>
          <p:nvPr/>
        </p:nvSpPr>
        <p:spPr>
          <a:xfrm>
            <a:off x="7197881" y="4044475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082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BC61-D140-0EBF-5CEC-37099E4BE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타원 26">
            <a:extLst>
              <a:ext uri="{FF2B5EF4-FFF2-40B4-BE49-F238E27FC236}">
                <a16:creationId xmlns:a16="http://schemas.microsoft.com/office/drawing/2014/main" id="{B2A32DD4-05E0-3E0C-EF5B-8F643A39827E}"/>
              </a:ext>
            </a:extLst>
          </p:cNvPr>
          <p:cNvSpPr/>
          <p:nvPr/>
        </p:nvSpPr>
        <p:spPr>
          <a:xfrm>
            <a:off x="4030011" y="1007297"/>
            <a:ext cx="3420000" cy="342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D5728C-BF0A-4D02-6225-FBE73E0DA6E2}"/>
              </a:ext>
            </a:extLst>
          </p:cNvPr>
          <p:cNvSpPr/>
          <p:nvPr/>
        </p:nvSpPr>
        <p:spPr>
          <a:xfrm>
            <a:off x="5152930" y="2163780"/>
            <a:ext cx="1041149" cy="104114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D1F6B48-8C56-ECDB-0EB2-A0810576B024}"/>
              </a:ext>
            </a:extLst>
          </p:cNvPr>
          <p:cNvGrpSpPr/>
          <p:nvPr/>
        </p:nvGrpSpPr>
        <p:grpSpPr>
          <a:xfrm rot="9124632">
            <a:off x="2883710" y="2913352"/>
            <a:ext cx="3532193" cy="1330642"/>
            <a:chOff x="5251010" y="1778723"/>
            <a:chExt cx="3532193" cy="133064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95AD6D-3D2E-C21A-88FA-CA587171F760}"/>
                </a:ext>
              </a:extLst>
            </p:cNvPr>
            <p:cNvGrpSpPr/>
            <p:nvPr/>
          </p:nvGrpSpPr>
          <p:grpSpPr>
            <a:xfrm>
              <a:off x="5251010" y="2047701"/>
              <a:ext cx="2046082" cy="1061664"/>
              <a:chOff x="5251010" y="2047701"/>
              <a:chExt cx="2046082" cy="1061664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33326427-01B8-3156-B772-9D2A290FC6FC}"/>
                  </a:ext>
                </a:extLst>
              </p:cNvPr>
              <p:cNvSpPr/>
              <p:nvPr/>
            </p:nvSpPr>
            <p:spPr>
              <a:xfrm rot="19806311">
                <a:off x="5350597" y="2047701"/>
                <a:ext cx="1946495" cy="57942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E431B7F2-3342-10CE-8348-A21EB12745F2}"/>
                  </a:ext>
                </a:extLst>
              </p:cNvPr>
              <p:cNvSpPr/>
              <p:nvPr/>
            </p:nvSpPr>
            <p:spPr>
              <a:xfrm>
                <a:off x="5251010" y="2263365"/>
                <a:ext cx="844990" cy="84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66EC479E-02E6-C3A2-9A68-D39BD062482B}"/>
                </a:ext>
              </a:extLst>
            </p:cNvPr>
            <p:cNvGrpSpPr/>
            <p:nvPr/>
          </p:nvGrpSpPr>
          <p:grpSpPr>
            <a:xfrm rot="1618660">
              <a:off x="6565721" y="1778723"/>
              <a:ext cx="2217482" cy="1222168"/>
              <a:chOff x="6498880" y="1597593"/>
              <a:chExt cx="2217482" cy="122216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224151B9-9568-BAE8-2486-C0B33B5A315F}"/>
                  </a:ext>
                </a:extLst>
              </p:cNvPr>
              <p:cNvSpPr/>
              <p:nvPr/>
            </p:nvSpPr>
            <p:spPr>
              <a:xfrm rot="2014633">
                <a:off x="6769867" y="2240339"/>
                <a:ext cx="1946495" cy="579422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148490B4-A0E4-F6AD-4DBF-595D9CC045F7}"/>
                  </a:ext>
                </a:extLst>
              </p:cNvPr>
              <p:cNvSpPr/>
              <p:nvPr/>
            </p:nvSpPr>
            <p:spPr>
              <a:xfrm>
                <a:off x="6498880" y="1597593"/>
                <a:ext cx="844990" cy="818174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2" name="타원 11">
            <a:extLst>
              <a:ext uri="{FF2B5EF4-FFF2-40B4-BE49-F238E27FC236}">
                <a16:creationId xmlns:a16="http://schemas.microsoft.com/office/drawing/2014/main" id="{C9E16E33-965B-CEAE-96D3-6842B04A9765}"/>
              </a:ext>
            </a:extLst>
          </p:cNvPr>
          <p:cNvSpPr/>
          <p:nvPr/>
        </p:nvSpPr>
        <p:spPr>
          <a:xfrm>
            <a:off x="3063504" y="74354"/>
            <a:ext cx="5220000" cy="52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3FFF52A-E0C3-671E-A80D-AF882F6F55E0}"/>
              </a:ext>
            </a:extLst>
          </p:cNvPr>
          <p:cNvSpPr/>
          <p:nvPr/>
        </p:nvSpPr>
        <p:spPr>
          <a:xfrm>
            <a:off x="7283686" y="2472293"/>
            <a:ext cx="323273" cy="295563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9558B55-6476-6065-C0D8-CA1C0141B858}"/>
              </a:ext>
            </a:extLst>
          </p:cNvPr>
          <p:cNvSpPr/>
          <p:nvPr/>
        </p:nvSpPr>
        <p:spPr>
          <a:xfrm>
            <a:off x="8142553" y="2400874"/>
            <a:ext cx="361732" cy="34972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674D856-BE34-4EDE-F78B-7A36CCAA25EF}"/>
              </a:ext>
            </a:extLst>
          </p:cNvPr>
          <p:cNvSpPr/>
          <p:nvPr/>
        </p:nvSpPr>
        <p:spPr>
          <a:xfrm>
            <a:off x="5673504" y="1000097"/>
            <a:ext cx="3420000" cy="343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FB27374-91F7-B043-B4E3-584F2FB7F4FA}"/>
              </a:ext>
            </a:extLst>
          </p:cNvPr>
          <p:cNvSpPr/>
          <p:nvPr/>
        </p:nvSpPr>
        <p:spPr>
          <a:xfrm>
            <a:off x="2773073" y="2684354"/>
            <a:ext cx="725041" cy="74378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26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37A095BF-C68C-707B-3B7A-7A8EEF575B4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082C0DF-446A-36D0-6C3D-7659E874EA48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07DE0D5-A71A-DEB5-15FC-0F134C1CA8B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D71A7FD4-C99F-F98D-77AD-F1D30D2C5681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19520B86-B296-A924-90A9-91391B24C45D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C3FC0A5-D8DA-C4C4-E60F-AEF4A851764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2BF9849-9396-2EDE-0E53-23C76DF7B5D2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DBC48FE-F035-F92A-B3A0-D0E44F4AE569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C18F527A-39C9-310A-4F3C-6775A70D538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CB80CB6-2FDD-5335-E155-BD1D46889CC5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EB7F179-8494-E055-A2E2-8F25FE357712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3588A89B-A2A0-E429-40F9-C8FA14043907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464AEFD8-416B-F82F-0DB2-F5BE49BCB8C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91546A6-2C55-8BD8-713E-FF122D72C797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96F0EFB1-D3C3-34E5-CE95-D9363C61BC5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8272243-314E-AE58-4C39-03D102E98DB1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88C5AC1-0D9A-387E-CAF1-7C24E2489D51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848D741A-57B8-7423-6F57-B93D62D7E004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144E0100-46F9-011A-58A4-9EBAEA710CC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062C3F1D-0C32-1256-29F8-6D7DDF1D7A9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A2BF593D-935A-15A8-0D8B-F141A6D2B8F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859ED3EC-48E1-2FED-2F9D-01997F1DD5C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B9F2CE-4A03-ECD0-26E6-9AE71191BF99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32D596C1-A5F1-D7D3-DDCA-845B13B03D4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BEC4C93-F789-E5EA-E7EE-F9C50E13A73B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FB9DA81-0766-88E6-A499-C883086020AE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9F419CCC-0673-8761-8235-0A4A54339E6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4F771A56-4988-D57B-8499-F31F10FEBD7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7118D3A-D10D-B533-9B83-35E62B94434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CE5EA7C3-0EF3-FBEF-B4EB-DA657DE3F440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849D33F3-1EA3-5C81-6FBF-47480308334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DB39603-F8BB-E139-E455-C990053747C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7151A99-1A8F-EBC1-1433-3EB6484095B8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B80C4AD-5DB8-8252-9AB6-86C77B74C3ED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A027533B-893C-8BC3-5D14-ACA87BC3AC0E}"/>
              </a:ext>
            </a:extLst>
          </p:cNvPr>
          <p:cNvSpPr/>
          <p:nvPr/>
        </p:nvSpPr>
        <p:spPr>
          <a:xfrm>
            <a:off x="3442224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77E963A4-25A1-82CE-096C-2EEC6F8162BB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D172F0A-1306-351D-B0BB-08B448D1C007}"/>
              </a:ext>
            </a:extLst>
          </p:cNvPr>
          <p:cNvCxnSpPr/>
          <p:nvPr/>
        </p:nvCxnSpPr>
        <p:spPr>
          <a:xfrm>
            <a:off x="3586216" y="3468269"/>
            <a:ext cx="11980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1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83A9-5A90-1FAB-15EF-527DDE3A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58BBDB05-6972-5E5B-4660-6F1BB54E0F62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1E1DCB0-881E-5899-D200-A4A397A33E5F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568E252-AC98-BFF4-7C80-32EF9CCC1130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1A33CF1F-DCEE-3FF2-AC41-B801698E9389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CC39FC0D-4CDC-07FC-CCA0-69046229FD3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F27E842-265E-CD49-0B8B-D2E82DBF9FC6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014D7-75EA-AD04-8CC7-D60CB7D9852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11FB1F4-8A7A-8D99-A8CC-EFF182EE6820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9C940EED-A48F-8647-57D6-E4ADC0A86B2D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F576FAA5-D24B-A3F2-A382-17EDAA1D6667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5027E06-5A13-379E-B4EA-B9F392A119FD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BA062A5C-6637-23C7-B341-017316B2BF7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8DFF2733-2D20-A12D-78E4-4FD0928DEBF0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96FD338-33FA-224D-A7CD-1C547A6A0B61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2D02D39D-C75D-A9F5-6BE1-6248553A11D0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54F10D10-7A76-325D-3BFD-2527C7042C03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7A9D86E-C652-9125-71CD-4C3A894F7DCD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6A157B1E-6B5C-95FC-40C9-1CBB2E7323F5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A2424BAE-5629-45AE-77F7-83847DA3133B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1FEF2D92-62EB-34F3-DF9A-A5359DDDD4F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026F959-5338-4705-2D2C-93946B5CEB77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06154428-83E6-1F88-FF11-DAB03DD75D1D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3CFE7C7-2389-EFD3-857F-02F34D6AD59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8646D035-10BC-EAFF-9A47-3804739B3A3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ED15128-1818-1F07-C5AE-915D87E8A943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A75361A-D959-EB13-6BB4-AC854E1DDCD6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F5E08281-82C2-024C-6A5B-64A457308E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B1A2FA04-E30A-3CBA-4374-995CA0438DDC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910DDF6-FA99-13BB-482B-B416A3FDAD5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6E3DCB5F-8ECC-708A-480B-2EE208B77DF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34854CA-6E7C-5137-519C-DE67AC0FEDD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FDC433D-6B39-D10B-AEC0-F0DD2EADB0E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F725DF2-67E1-1854-CEAD-4B8AEECC4BD9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BA6BBE3-50C9-6F25-60BA-9E1995DB8438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7C375616-6583-036C-B53E-55B08DFF4524}"/>
              </a:ext>
            </a:extLst>
          </p:cNvPr>
          <p:cNvSpPr/>
          <p:nvPr/>
        </p:nvSpPr>
        <p:spPr>
          <a:xfrm>
            <a:off x="4625065" y="3314776"/>
            <a:ext cx="318356" cy="3069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4C236B2-5A45-6DD3-167A-E87AAFF22017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387F98-AA31-5B92-A3DB-B62C8CE3BC81}"/>
              </a:ext>
            </a:extLst>
          </p:cNvPr>
          <p:cNvSpPr txBox="1"/>
          <p:nvPr/>
        </p:nvSpPr>
        <p:spPr>
          <a:xfrm>
            <a:off x="4784243" y="2968014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패널 </a:t>
            </a:r>
            <a:r>
              <a:rPr lang="en-US" altLang="ko-KR" dirty="0"/>
              <a:t>change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E46A9-3060-B027-4824-B6246565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862DFAB7-6DCF-585B-8F18-024D41097B94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B5222B77-37F2-1384-CB69-9ABC344E0311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F776A53-DF1C-3A43-C6AC-A8DE1EED7D1A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BAD968B-1176-5C5D-920A-FE4A24A16B1D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C33F3D2-EE8B-8DB7-9ABB-FD2C2099B899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517DF6A-849A-E9CC-A7F7-5BBA669A1FCC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2267932-4099-38AA-2AA3-0A35B723C0A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E65A9CD-D826-2997-48A0-328A709D5367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6CF1E0C-49A4-B5C6-6B48-DF7F02CAE542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296DC09A-0D71-D520-56A2-D5EF2DE369CE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E9E058A-5D7C-9B6C-04F0-6B6E5EC57D5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70899266-DBF5-00E7-5EFC-3533A427C328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84D20B9-DA4C-CDA4-A522-1AAE60962C16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E5F16F4B-73F1-FE86-BE7D-313B2809CB23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EB08BAE-77E3-1D27-6B6D-8AF6CFAFCEA3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CBC668E-DB4C-AA97-25B2-38A18C09ED5A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D9994653-7AD3-C86D-5596-5245B470A7F7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0FED0BDB-896D-2696-4FFA-8D57D632016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FCFCCAA0-3790-EA25-EE32-4D233E3E7697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19C1EC7-3FE3-B984-44A2-F9BEBDC131F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FAB11ED-73AE-BE37-98EC-91831BAA7F9D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26DB607-92DD-E558-4A60-488E43441279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2074B656-81BE-5B53-A5C0-D7E4506433B0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0A7ABAED-D16F-1437-BBA2-B4AE901C1749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8932E50-2F61-33E9-B39F-9BC06BEEE960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9D7FEFC2-2FFF-D78F-6A77-0162389E2B41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80504161-2479-7A03-EA51-AB6206E42B3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69ED2D8F-8557-DBCF-26A4-602DD5310DB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AABAF34-D7D2-5052-8D69-86C6F505CE2E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49F809D1-51E5-EB98-F52F-E634DD4CAAA5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05B12099-99C3-8E9F-6F8F-F721368C50A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30FF7687-ED98-CE55-3524-693F6E3A8767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F67AF511-F13B-CE16-B30A-B206A6BA5161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A208818-FF05-1C0B-251A-4203FB74BACE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6C11329-1359-44FE-98F9-CFC4EEB01516}"/>
              </a:ext>
            </a:extLst>
          </p:cNvPr>
          <p:cNvSpPr/>
          <p:nvPr/>
        </p:nvSpPr>
        <p:spPr>
          <a:xfrm>
            <a:off x="5116925" y="4179545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F9F10BD-A16B-E49F-4F36-87A4BB514F38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520123-8BDD-D668-622A-88E5109FA731}"/>
              </a:ext>
            </a:extLst>
          </p:cNvPr>
          <p:cNvSpPr txBox="1"/>
          <p:nvPr/>
        </p:nvSpPr>
        <p:spPr>
          <a:xfrm>
            <a:off x="5179435" y="3393606"/>
            <a:ext cx="22204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원의 좌표</a:t>
            </a:r>
            <a:r>
              <a:rPr lang="en-US" altLang="ko-KR" dirty="0"/>
              <a:t>or</a:t>
            </a:r>
            <a:r>
              <a:rPr lang="ko-KR" altLang="en-US" dirty="0"/>
              <a:t>회전각</a:t>
            </a:r>
            <a:endParaRPr lang="en-US" altLang="ko-KR" dirty="0"/>
          </a:p>
          <a:p>
            <a:r>
              <a:rPr lang="en-US" altLang="ko-KR" dirty="0"/>
              <a:t>-&gt;</a:t>
            </a:r>
            <a:r>
              <a:rPr lang="ko-KR" altLang="en-US" dirty="0"/>
              <a:t>해당하는 좌표에 </a:t>
            </a:r>
            <a:endParaRPr lang="en-US" altLang="ko-KR" dirty="0"/>
          </a:p>
          <a:p>
            <a:r>
              <a:rPr lang="ko-KR" altLang="en-US" dirty="0"/>
              <a:t>   이미지 띄움</a:t>
            </a:r>
          </a:p>
        </p:txBody>
      </p:sp>
    </p:spTree>
    <p:extLst>
      <p:ext uri="{BB962C8B-B14F-4D97-AF65-F5344CB8AC3E}">
        <p14:creationId xmlns:p14="http://schemas.microsoft.com/office/powerpoint/2010/main" val="3580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21C5-9223-ACCF-B526-5BFF81F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DEC0A038-3C53-F579-8281-33B3B5DACEB8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29B88E8-A5A0-2A2B-31DD-5ABAAF1E1BD0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6B826EB3-67A3-CA02-5A0D-963FA6F6D7D4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52C011E0-28A5-46FB-F2A5-B183B9AED5F3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F3B00C0-FF04-FBF4-2536-8D4384075EA2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906C1DA-839F-CD85-18E3-FB3F0DC2CADF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879B5C7-A57E-2638-2611-8FE44A9A8954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D7168A84-C16B-BDBF-F0AB-07DF7E8F2B56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3D2FEBCA-8138-FA97-31FE-A136B36C48D3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4217D06-9EF1-1D8E-0A37-E96CA8288EDD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1D0E172-EE24-520B-4D3D-FFDC3519B1DA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F19A21-1D83-F58B-27EF-8D337B2777E0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F1D9676-FF21-730F-1CE4-EF360116FB58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A0F72933-CDCF-2524-B922-5A2D6CCEA299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CDE2FC5-46FC-9393-083D-06AA0BE28089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84290B7C-553A-1F31-0BCE-5BECF4A2334E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CB4A952-F7D0-FEB3-8E66-D32AAF196EAF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3D2669CE-8D85-6C91-E80E-FC2093BA829F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37A1D308-9F10-D6CF-D4A2-2A209F803B51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6E4209F8-6526-9208-DB75-DA2415F13950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5301F68-0E46-FEC4-41CC-CA1FD5D7FF81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3D0DD0CE-05A3-7FBD-F352-9DEDBB826AB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B16F930C-6444-2260-B6E9-28A43D51245D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2C5D1C72-C508-A4BE-EC12-61272D279385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567895D8-94F5-D540-C01D-3C5201353904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64D9A088-A3A9-9147-FA5F-CE0DA6E9647C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AD47A9D0-EC27-AF01-92AA-E7FED96858EC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CE7A11D-2954-C6E0-95D0-E776C6EC0D21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A742448-30E2-6A14-7F01-776DD132E097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87B26355-C534-9134-E9D7-DE14B81776E4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B81405E0-522E-A978-75E4-5EF4831F59B5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7882F5E4-FE79-6EE6-D1DC-A4F16B515B3E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E49CFD42-1902-6E44-5EA2-2C326A7E042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9C19ADA-ED26-B149-C494-5C681E118E45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A0B0A094-AC51-3876-A305-2BEE5C326008}"/>
              </a:ext>
            </a:extLst>
          </p:cNvPr>
          <p:cNvSpPr/>
          <p:nvPr/>
        </p:nvSpPr>
        <p:spPr>
          <a:xfrm>
            <a:off x="5218307" y="4248792"/>
            <a:ext cx="318356" cy="306986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5AA2CEDB-B3A6-E517-5369-8EDF7A87F99B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B2252DB-BAF0-38D3-E77D-F474E802C032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4743330" y="4402285"/>
            <a:ext cx="619509" cy="937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39E453B-5A27-2FB3-913E-E2EC8E168D9D}"/>
              </a:ext>
            </a:extLst>
          </p:cNvPr>
          <p:cNvCxnSpPr>
            <a:cxnSpLocks/>
            <a:endCxn id="42" idx="0"/>
          </p:cNvCxnSpPr>
          <p:nvPr/>
        </p:nvCxnSpPr>
        <p:spPr>
          <a:xfrm flipH="1">
            <a:off x="5362839" y="4389385"/>
            <a:ext cx="14646" cy="9503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E671E8-BCDA-F429-345D-86B4EFFF86A4}"/>
              </a:ext>
            </a:extLst>
          </p:cNvPr>
          <p:cNvSpPr txBox="1"/>
          <p:nvPr/>
        </p:nvSpPr>
        <p:spPr>
          <a:xfrm>
            <a:off x="5292629" y="3692976"/>
            <a:ext cx="1882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원하는 슬롯으로</a:t>
            </a:r>
            <a:endParaRPr lang="en-US" altLang="ko-KR" dirty="0"/>
          </a:p>
          <a:p>
            <a:r>
              <a:rPr lang="ko-KR" altLang="en-US" dirty="0"/>
              <a:t>직선 이동</a:t>
            </a:r>
          </a:p>
        </p:txBody>
      </p:sp>
    </p:spTree>
    <p:extLst>
      <p:ext uri="{BB962C8B-B14F-4D97-AF65-F5344CB8AC3E}">
        <p14:creationId xmlns:p14="http://schemas.microsoft.com/office/powerpoint/2010/main" val="94021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8BD0-3DAF-7B39-9B3C-A1D7556F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474BE5AF-F966-75F5-DF91-F977D4EF58A6}"/>
              </a:ext>
            </a:extLst>
          </p:cNvPr>
          <p:cNvGrpSpPr/>
          <p:nvPr/>
        </p:nvGrpSpPr>
        <p:grpSpPr>
          <a:xfrm>
            <a:off x="2459465" y="667502"/>
            <a:ext cx="6760735" cy="5522996"/>
            <a:chOff x="687845" y="2332129"/>
            <a:chExt cx="4308091" cy="3616228"/>
          </a:xfrm>
          <a:solidFill>
            <a:schemeClr val="bg1"/>
          </a:solidFill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8232481-5DEF-AC0F-871E-9E0FC1E44156}"/>
                </a:ext>
              </a:extLst>
            </p:cNvPr>
            <p:cNvSpPr/>
            <p:nvPr/>
          </p:nvSpPr>
          <p:spPr>
            <a:xfrm>
              <a:off x="2916560" y="4594635"/>
              <a:ext cx="862607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84F6D7CF-E8BB-7A6C-7652-22DEA99683F9}"/>
                </a:ext>
              </a:extLst>
            </p:cNvPr>
            <p:cNvSpPr/>
            <p:nvPr/>
          </p:nvSpPr>
          <p:spPr>
            <a:xfrm>
              <a:off x="1904213" y="4594635"/>
              <a:ext cx="862608" cy="543598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4" name="육각형 33">
              <a:extLst>
                <a:ext uri="{FF2B5EF4-FFF2-40B4-BE49-F238E27FC236}">
                  <a16:creationId xmlns:a16="http://schemas.microsoft.com/office/drawing/2014/main" id="{F6E2C152-E459-2DFD-F562-F06CA7771C86}"/>
                </a:ext>
              </a:extLst>
            </p:cNvPr>
            <p:cNvSpPr/>
            <p:nvPr/>
          </p:nvSpPr>
          <p:spPr>
            <a:xfrm rot="5400000">
              <a:off x="1828993" y="3153455"/>
              <a:ext cx="2025000" cy="2025000"/>
            </a:xfrm>
            <a:prstGeom prst="hexagon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3F688DB-CA2D-9029-8162-74BD576F20E6}"/>
                </a:ext>
              </a:extLst>
            </p:cNvPr>
            <p:cNvSpPr/>
            <p:nvPr/>
          </p:nvSpPr>
          <p:spPr>
            <a:xfrm rot="20011563">
              <a:off x="1973936" y="330560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A41803B-0A8D-0926-C277-C856DA1D9687}"/>
                </a:ext>
              </a:extLst>
            </p:cNvPr>
            <p:cNvSpPr/>
            <p:nvPr/>
          </p:nvSpPr>
          <p:spPr>
            <a:xfrm rot="16200000">
              <a:off x="1424096" y="4098379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9B0A93C-D680-2FBF-5ACE-116A7B65908C}"/>
                </a:ext>
              </a:extLst>
            </p:cNvPr>
            <p:cNvSpPr/>
            <p:nvPr/>
          </p:nvSpPr>
          <p:spPr>
            <a:xfrm rot="1599716">
              <a:off x="3008452" y="3307544"/>
              <a:ext cx="704321" cy="9845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A8F0C2D-B235-18CB-6CAD-6794B190507C}"/>
                </a:ext>
              </a:extLst>
            </p:cNvPr>
            <p:cNvSpPr/>
            <p:nvPr/>
          </p:nvSpPr>
          <p:spPr>
            <a:xfrm rot="10800000">
              <a:off x="1979126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624F93E3-5E55-C1E9-9090-00D26A8170DC}"/>
                </a:ext>
              </a:extLst>
            </p:cNvPr>
            <p:cNvSpPr/>
            <p:nvPr/>
          </p:nvSpPr>
          <p:spPr>
            <a:xfrm rot="10800000">
              <a:off x="2991473" y="5137988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703B481-F09F-C91D-899E-29F94E25519F}"/>
                </a:ext>
              </a:extLst>
            </p:cNvPr>
            <p:cNvSpPr/>
            <p:nvPr/>
          </p:nvSpPr>
          <p:spPr>
            <a:xfrm>
              <a:off x="1904213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70380682-CA7D-E57D-CB11-09C68DE97ABF}"/>
                </a:ext>
              </a:extLst>
            </p:cNvPr>
            <p:cNvSpPr/>
            <p:nvPr/>
          </p:nvSpPr>
          <p:spPr>
            <a:xfrm>
              <a:off x="1991300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D4CDCD6-585E-A912-052D-1DAC881BB9DD}"/>
                </a:ext>
              </a:extLst>
            </p:cNvPr>
            <p:cNvSpPr/>
            <p:nvPr/>
          </p:nvSpPr>
          <p:spPr>
            <a:xfrm>
              <a:off x="2386065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BA543738-83F6-B301-B111-C2A761577584}"/>
                </a:ext>
              </a:extLst>
            </p:cNvPr>
            <p:cNvSpPr/>
            <p:nvPr/>
          </p:nvSpPr>
          <p:spPr>
            <a:xfrm>
              <a:off x="2916560" y="5235271"/>
              <a:ext cx="862608" cy="619755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4084AEB3-F2A7-8CDA-78EA-AB2A2170D0CA}"/>
                </a:ext>
              </a:extLst>
            </p:cNvPr>
            <p:cNvSpPr/>
            <p:nvPr/>
          </p:nvSpPr>
          <p:spPr>
            <a:xfrm>
              <a:off x="3003647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D539838-E12B-B7D8-ABA5-7580ECED711A}"/>
                </a:ext>
              </a:extLst>
            </p:cNvPr>
            <p:cNvSpPr/>
            <p:nvPr/>
          </p:nvSpPr>
          <p:spPr>
            <a:xfrm>
              <a:off x="3398412" y="5391298"/>
              <a:ext cx="303750" cy="30375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BEDF0564-3FA4-58A1-013B-32E3DDB22B84}"/>
                </a:ext>
              </a:extLst>
            </p:cNvPr>
            <p:cNvSpPr/>
            <p:nvPr/>
          </p:nvSpPr>
          <p:spPr>
            <a:xfrm rot="16200000">
              <a:off x="3546904" y="4098380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CC5F027-FD66-3141-3E8D-D418C3324380}"/>
                </a:ext>
              </a:extLst>
            </p:cNvPr>
            <p:cNvGrpSpPr/>
            <p:nvPr/>
          </p:nvGrpSpPr>
          <p:grpSpPr>
            <a:xfrm>
              <a:off x="687845" y="3625020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5F3E4874-DBB6-DF28-D073-9A96B1886CD2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0220B4B6-8ED8-A289-A78E-E1CE2A134FE2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C05380BE-5CFE-A6D9-6EA6-FC918F033F7B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1A83DACA-C884-1281-A307-085B9C3CCC79}"/>
                </a:ext>
              </a:extLst>
            </p:cNvPr>
            <p:cNvGrpSpPr/>
            <p:nvPr/>
          </p:nvGrpSpPr>
          <p:grpSpPr>
            <a:xfrm rot="20016713">
              <a:off x="1538337" y="2333321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169D717B-5965-249F-9093-BDF5D599F610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5A830232-C96E-A233-3C5B-11BB11CBE5C6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A2E7C8CF-1613-1E03-F029-7F6855F64EC2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F02EF698-0341-E9FE-7475-4B9549AE7EBA}"/>
                </a:ext>
              </a:extLst>
            </p:cNvPr>
            <p:cNvGrpSpPr/>
            <p:nvPr/>
          </p:nvGrpSpPr>
          <p:grpSpPr>
            <a:xfrm rot="1600827">
              <a:off x="3099458" y="2332129"/>
              <a:ext cx="1044000" cy="1044000"/>
              <a:chOff x="687845" y="3625020"/>
              <a:chExt cx="1044000" cy="1044000"/>
            </a:xfrm>
            <a:grpFill/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D13C996C-5117-0BDC-2746-F2CABF5B7FA3}"/>
                  </a:ext>
                </a:extLst>
              </p:cNvPr>
              <p:cNvSpPr/>
              <p:nvPr/>
            </p:nvSpPr>
            <p:spPr>
              <a:xfrm>
                <a:off x="687845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5821F3EB-6281-0ABE-61B5-5C0FE051380E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10583728-1720-0D1F-D1DF-B74D8E6D3314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804D77D-510C-2769-B580-0D099D3796D6}"/>
                </a:ext>
              </a:extLst>
            </p:cNvPr>
            <p:cNvGrpSpPr/>
            <p:nvPr/>
          </p:nvGrpSpPr>
          <p:grpSpPr>
            <a:xfrm>
              <a:off x="3951936" y="3625020"/>
              <a:ext cx="1044000" cy="1044000"/>
              <a:chOff x="691020" y="3625020"/>
              <a:chExt cx="1044000" cy="1044000"/>
            </a:xfrm>
            <a:grpFill/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7E5F601F-230C-C581-5153-32CACDF24997}"/>
                  </a:ext>
                </a:extLst>
              </p:cNvPr>
              <p:cNvSpPr/>
              <p:nvPr/>
            </p:nvSpPr>
            <p:spPr>
              <a:xfrm>
                <a:off x="691020" y="3625020"/>
                <a:ext cx="1044000" cy="1044000"/>
              </a:xfrm>
              <a:prstGeom prst="round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DDE37F6B-1F00-550B-DD76-6B41F94D3938}"/>
                  </a:ext>
                </a:extLst>
              </p:cNvPr>
              <p:cNvSpPr/>
              <p:nvPr/>
            </p:nvSpPr>
            <p:spPr>
              <a:xfrm>
                <a:off x="853063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85F3EC27-9CA0-6E26-9041-3F6B7FAAB988}"/>
                  </a:ext>
                </a:extLst>
              </p:cNvPr>
              <p:cNvSpPr/>
              <p:nvPr/>
            </p:nvSpPr>
            <p:spPr>
              <a:xfrm>
                <a:off x="1253961" y="4014080"/>
                <a:ext cx="303750" cy="303750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</p:grp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8F168578-5E01-8523-A255-0034FE2E43C2}"/>
                </a:ext>
              </a:extLst>
            </p:cNvPr>
            <p:cNvSpPr/>
            <p:nvPr/>
          </p:nvSpPr>
          <p:spPr>
            <a:xfrm rot="10800000">
              <a:off x="197912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35CF895-5C69-1161-AE56-C28C36AADEB0}"/>
                </a:ext>
              </a:extLst>
            </p:cNvPr>
            <p:cNvSpPr/>
            <p:nvPr/>
          </p:nvSpPr>
          <p:spPr>
            <a:xfrm rot="10800000">
              <a:off x="2993985" y="5851075"/>
              <a:ext cx="712781" cy="9728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</p:grpSp>
      <p:sp>
        <p:nvSpPr>
          <p:cNvPr id="69" name="타원 68">
            <a:extLst>
              <a:ext uri="{FF2B5EF4-FFF2-40B4-BE49-F238E27FC236}">
                <a16:creationId xmlns:a16="http://schemas.microsoft.com/office/drawing/2014/main" id="{D28EEA8B-90A1-CE13-B8CE-2B537477528E}"/>
              </a:ext>
            </a:extLst>
          </p:cNvPr>
          <p:cNvSpPr/>
          <p:nvPr/>
        </p:nvSpPr>
        <p:spPr>
          <a:xfrm>
            <a:off x="5161606" y="5320685"/>
            <a:ext cx="417111" cy="462379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1EDA5CE2-E312-7109-0C5B-1EF92E71216F}"/>
              </a:ext>
            </a:extLst>
          </p:cNvPr>
          <p:cNvSpPr/>
          <p:nvPr/>
        </p:nvSpPr>
        <p:spPr>
          <a:xfrm>
            <a:off x="4750702" y="2353638"/>
            <a:ext cx="2207498" cy="2171424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CC4DA-EE4E-D98F-1375-057E0C3BD559}"/>
              </a:ext>
            </a:extLst>
          </p:cNvPr>
          <p:cNvSpPr txBox="1"/>
          <p:nvPr/>
        </p:nvSpPr>
        <p:spPr>
          <a:xfrm>
            <a:off x="1829957" y="4915494"/>
            <a:ext cx="26548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이동시킨 이미지 삭제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해당 슬롯 이미지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205255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6355-5467-0D2B-375A-B1E5CC69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8D90C0-C0F7-D4BE-CE9F-35DFFC678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082" y="533400"/>
            <a:ext cx="5126236" cy="4152900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9656A509-4FE4-7A33-B2AE-CC67BCB38297}"/>
              </a:ext>
            </a:extLst>
          </p:cNvPr>
          <p:cNvSpPr/>
          <p:nvPr/>
        </p:nvSpPr>
        <p:spPr>
          <a:xfrm>
            <a:off x="2794000" y="21796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DCBB05-4100-214E-505E-20723A14FF3B}"/>
              </a:ext>
            </a:extLst>
          </p:cNvPr>
          <p:cNvSpPr/>
          <p:nvPr/>
        </p:nvSpPr>
        <p:spPr>
          <a:xfrm>
            <a:off x="4064000" y="2281237"/>
            <a:ext cx="2438400" cy="249872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377E96C-5D19-D164-2E5D-D5BA4D1BD27A}"/>
              </a:ext>
            </a:extLst>
          </p:cNvPr>
          <p:cNvCxnSpPr>
            <a:cxnSpLocks/>
          </p:cNvCxnSpPr>
          <p:nvPr/>
        </p:nvCxnSpPr>
        <p:spPr>
          <a:xfrm>
            <a:off x="4178300" y="1917700"/>
            <a:ext cx="965200" cy="1041400"/>
          </a:xfrm>
          <a:prstGeom prst="straightConnector1">
            <a:avLst/>
          </a:prstGeom>
          <a:ln w="6985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8C5AE30-C1A9-3D74-9913-C3786BB1FBDA}"/>
              </a:ext>
            </a:extLst>
          </p:cNvPr>
          <p:cNvSpPr txBox="1"/>
          <p:nvPr/>
        </p:nvSpPr>
        <p:spPr>
          <a:xfrm>
            <a:off x="7592318" y="1112837"/>
            <a:ext cx="22415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역기구학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(Inverse kinematics)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D83DBB-9313-AE93-9803-4E463A8289C7}"/>
              </a:ext>
            </a:extLst>
          </p:cNvPr>
          <p:cNvSpPr txBox="1"/>
          <p:nvPr/>
        </p:nvSpPr>
        <p:spPr>
          <a:xfrm>
            <a:off x="877454" y="54242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https://github.com/ctw0727/2D_Robotic_Arm/blob/main/KR_RoboticArmPrecoding.cs</a:t>
            </a:r>
          </a:p>
        </p:txBody>
      </p:sp>
    </p:spTree>
    <p:extLst>
      <p:ext uri="{BB962C8B-B14F-4D97-AF65-F5344CB8AC3E}">
        <p14:creationId xmlns:p14="http://schemas.microsoft.com/office/powerpoint/2010/main" val="3489443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>
            <a:extLst>
              <a:ext uri="{FF2B5EF4-FFF2-40B4-BE49-F238E27FC236}">
                <a16:creationId xmlns:a16="http://schemas.microsoft.com/office/drawing/2014/main" id="{D177A357-4612-07ED-F8AB-DF8466BE60E5}"/>
              </a:ext>
            </a:extLst>
          </p:cNvPr>
          <p:cNvGrpSpPr/>
          <p:nvPr/>
        </p:nvGrpSpPr>
        <p:grpSpPr>
          <a:xfrm>
            <a:off x="351190" y="199085"/>
            <a:ext cx="7234222" cy="6015955"/>
            <a:chOff x="1293043" y="422568"/>
            <a:chExt cx="6574608" cy="6015955"/>
          </a:xfrm>
        </p:grpSpPr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BCFA6D23-D81C-CBAE-E20E-D553B28127CC}"/>
                </a:ext>
              </a:extLst>
            </p:cNvPr>
            <p:cNvGrpSpPr/>
            <p:nvPr/>
          </p:nvGrpSpPr>
          <p:grpSpPr>
            <a:xfrm>
              <a:off x="1293043" y="422568"/>
              <a:ext cx="6574608" cy="6015955"/>
              <a:chOff x="1293043" y="422568"/>
              <a:chExt cx="6574608" cy="6015955"/>
            </a:xfrm>
          </p:grpSpPr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B0C277EC-D4C1-8F7B-EDF8-321393ACD511}"/>
                  </a:ext>
                </a:extLst>
              </p:cNvPr>
              <p:cNvGrpSpPr/>
              <p:nvPr/>
            </p:nvGrpSpPr>
            <p:grpSpPr>
              <a:xfrm>
                <a:off x="1293043" y="422568"/>
                <a:ext cx="6574608" cy="6015955"/>
                <a:chOff x="687845" y="2333987"/>
                <a:chExt cx="4308091" cy="3614370"/>
              </a:xfrm>
              <a:solidFill>
                <a:schemeClr val="bg1"/>
              </a:solidFill>
            </p:grpSpPr>
            <p:sp>
              <p:nvSpPr>
                <p:cNvPr id="5" name="사각형: 둥근 모서리 4">
                  <a:extLst>
                    <a:ext uri="{FF2B5EF4-FFF2-40B4-BE49-F238E27FC236}">
                      <a16:creationId xmlns:a16="http://schemas.microsoft.com/office/drawing/2014/main" id="{F82A151E-F2B6-CDD4-D1D6-BF0A40F34CD6}"/>
                    </a:ext>
                  </a:extLst>
                </p:cNvPr>
                <p:cNvSpPr/>
                <p:nvPr/>
              </p:nvSpPr>
              <p:spPr>
                <a:xfrm>
                  <a:off x="2916560" y="4594635"/>
                  <a:ext cx="862607" cy="543598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  <a:scene3d>
                  <a:camera prst="orthographicFront"/>
                  <a:lightRig rig="threePt" dir="t"/>
                </a:scene3d>
                <a:sp3d>
                  <a:bevelT w="114300" prst="hardEdge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6" name="사각형: 둥근 모서리 5">
                  <a:extLst>
                    <a:ext uri="{FF2B5EF4-FFF2-40B4-BE49-F238E27FC236}">
                      <a16:creationId xmlns:a16="http://schemas.microsoft.com/office/drawing/2014/main" id="{222670D6-ED40-C32B-4B63-92C9AFADD985}"/>
                    </a:ext>
                  </a:extLst>
                </p:cNvPr>
                <p:cNvSpPr/>
                <p:nvPr/>
              </p:nvSpPr>
              <p:spPr>
                <a:xfrm>
                  <a:off x="1904213" y="4594635"/>
                  <a:ext cx="862608" cy="543598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  <a:scene3d>
                  <a:camera prst="orthographicFront"/>
                  <a:lightRig rig="threePt" dir="t"/>
                </a:scene3d>
                <a:sp3d>
                  <a:bevelT w="114300" prst="hardEdge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7" name="육각형 6">
                  <a:extLst>
                    <a:ext uri="{FF2B5EF4-FFF2-40B4-BE49-F238E27FC236}">
                      <a16:creationId xmlns:a16="http://schemas.microsoft.com/office/drawing/2014/main" id="{74AAB669-6ADC-F7E9-C8B9-FE4A88A1547F}"/>
                    </a:ext>
                  </a:extLst>
                </p:cNvPr>
                <p:cNvSpPr/>
                <p:nvPr/>
              </p:nvSpPr>
              <p:spPr>
                <a:xfrm rot="5400000">
                  <a:off x="1828993" y="3153455"/>
                  <a:ext cx="2025000" cy="2025000"/>
                </a:xfrm>
                <a:prstGeom prst="hexagon">
                  <a:avLst/>
                </a:prstGeom>
                <a:grpFill/>
                <a:ln>
                  <a:solidFill>
                    <a:schemeClr val="tx1"/>
                  </a:solidFill>
                </a:ln>
                <a:scene3d>
                  <a:camera prst="orthographicFront"/>
                  <a:lightRig rig="threePt" dir="t"/>
                </a:scene3d>
                <a:sp3d>
                  <a:bevelT w="114300" prst="hardEdge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E1125694-1BE9-AB05-E278-625ECA1D35DF}"/>
                    </a:ext>
                  </a:extLst>
                </p:cNvPr>
                <p:cNvSpPr/>
                <p:nvPr/>
              </p:nvSpPr>
              <p:spPr>
                <a:xfrm rot="20011563">
                  <a:off x="1967793" y="3310806"/>
                  <a:ext cx="704321" cy="9845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68DB6EF1-BFA0-789A-D6B0-722D2714D861}"/>
                    </a:ext>
                  </a:extLst>
                </p:cNvPr>
                <p:cNvSpPr/>
                <p:nvPr/>
              </p:nvSpPr>
              <p:spPr>
                <a:xfrm rot="16200000">
                  <a:off x="1424096" y="4098379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A102AC2-3907-B28E-1315-7B51D8252A03}"/>
                    </a:ext>
                  </a:extLst>
                </p:cNvPr>
                <p:cNvSpPr/>
                <p:nvPr/>
              </p:nvSpPr>
              <p:spPr>
                <a:xfrm rot="1583793">
                  <a:off x="3008452" y="3309710"/>
                  <a:ext cx="704321" cy="9845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670C2189-AC82-6E35-1D26-4589C6FB746D}"/>
                    </a:ext>
                  </a:extLst>
                </p:cNvPr>
                <p:cNvSpPr/>
                <p:nvPr/>
              </p:nvSpPr>
              <p:spPr>
                <a:xfrm rot="10800000">
                  <a:off x="1979126" y="5137988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B9767F94-2149-DF97-2F4A-9F3E89C90A66}"/>
                    </a:ext>
                  </a:extLst>
                </p:cNvPr>
                <p:cNvSpPr/>
                <p:nvPr/>
              </p:nvSpPr>
              <p:spPr>
                <a:xfrm rot="10800000">
                  <a:off x="2991473" y="5137988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CDBF8FD0-BAD6-36C2-25D8-5A75E69CFDB2}"/>
                    </a:ext>
                  </a:extLst>
                </p:cNvPr>
                <p:cNvSpPr/>
                <p:nvPr/>
              </p:nvSpPr>
              <p:spPr>
                <a:xfrm>
                  <a:off x="1904213" y="5235271"/>
                  <a:ext cx="862608" cy="619755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  <a:scene3d>
                  <a:camera prst="orthographicFront"/>
                  <a:lightRig rig="threePt" dir="t"/>
                </a:scene3d>
                <a:sp3d>
                  <a:bevelT w="114300" prst="hardEdge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22B7B247-14A2-EB4A-4E0F-2C7E55153366}"/>
                    </a:ext>
                  </a:extLst>
                </p:cNvPr>
                <p:cNvSpPr/>
                <p:nvPr/>
              </p:nvSpPr>
              <p:spPr>
                <a:xfrm>
                  <a:off x="1991300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04B9D93-D417-D2E2-A8BB-F00320A9CB3B}"/>
                    </a:ext>
                  </a:extLst>
                </p:cNvPr>
                <p:cNvSpPr/>
                <p:nvPr/>
              </p:nvSpPr>
              <p:spPr>
                <a:xfrm>
                  <a:off x="2386065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453FB89A-5CD9-0D93-C506-B0FA7F0FB979}"/>
                    </a:ext>
                  </a:extLst>
                </p:cNvPr>
                <p:cNvSpPr/>
                <p:nvPr/>
              </p:nvSpPr>
              <p:spPr>
                <a:xfrm>
                  <a:off x="2916560" y="5235271"/>
                  <a:ext cx="862608" cy="619755"/>
                </a:xfrm>
                <a:prstGeom prst="roundRect">
                  <a:avLst/>
                </a:prstGeom>
                <a:grpFill/>
                <a:ln>
                  <a:solidFill>
                    <a:schemeClr val="tx1"/>
                  </a:solidFill>
                </a:ln>
                <a:scene3d>
                  <a:camera prst="orthographicFront"/>
                  <a:lightRig rig="threePt" dir="t"/>
                </a:scene3d>
                <a:sp3d>
                  <a:bevelT w="114300" prst="hardEdge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566DE3F3-20EA-97B9-2337-935FB86E1EDF}"/>
                    </a:ext>
                  </a:extLst>
                </p:cNvPr>
                <p:cNvSpPr/>
                <p:nvPr/>
              </p:nvSpPr>
              <p:spPr>
                <a:xfrm>
                  <a:off x="3003647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8" name="타원 17">
                  <a:extLst>
                    <a:ext uri="{FF2B5EF4-FFF2-40B4-BE49-F238E27FC236}">
                      <a16:creationId xmlns:a16="http://schemas.microsoft.com/office/drawing/2014/main" id="{67514C8E-BA0E-CD43-7A12-D3C99EAB5048}"/>
                    </a:ext>
                  </a:extLst>
                </p:cNvPr>
                <p:cNvSpPr/>
                <p:nvPr/>
              </p:nvSpPr>
              <p:spPr>
                <a:xfrm>
                  <a:off x="3398412" y="5391298"/>
                  <a:ext cx="303750" cy="30375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19" name="직사각형 18">
                  <a:extLst>
                    <a:ext uri="{FF2B5EF4-FFF2-40B4-BE49-F238E27FC236}">
                      <a16:creationId xmlns:a16="http://schemas.microsoft.com/office/drawing/2014/main" id="{612BB1C5-4231-2662-6E5E-D9E3070E0E18}"/>
                    </a:ext>
                  </a:extLst>
                </p:cNvPr>
                <p:cNvSpPr/>
                <p:nvPr/>
              </p:nvSpPr>
              <p:spPr>
                <a:xfrm rot="16200000">
                  <a:off x="3546904" y="4098380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1D5D5032-8CC0-9D82-1926-3A54C3B492F5}"/>
                    </a:ext>
                  </a:extLst>
                </p:cNvPr>
                <p:cNvGrpSpPr/>
                <p:nvPr/>
              </p:nvGrpSpPr>
              <p:grpSpPr>
                <a:xfrm>
                  <a:off x="687845" y="3625020"/>
                  <a:ext cx="1044000" cy="1044000"/>
                  <a:chOff x="687845" y="3625020"/>
                  <a:chExt cx="1044000" cy="1044000"/>
                </a:xfrm>
                <a:grpFill/>
              </p:grpSpPr>
              <p:sp>
                <p:nvSpPr>
                  <p:cNvPr id="35" name="사각형: 둥근 모서리 34">
                    <a:extLst>
                      <a:ext uri="{FF2B5EF4-FFF2-40B4-BE49-F238E27FC236}">
                        <a16:creationId xmlns:a16="http://schemas.microsoft.com/office/drawing/2014/main" id="{5822221A-D744-E44E-A5CB-AC1AC7328BC8}"/>
                      </a:ext>
                    </a:extLst>
                  </p:cNvPr>
                  <p:cNvSpPr/>
                  <p:nvPr/>
                </p:nvSpPr>
                <p:spPr>
                  <a:xfrm>
                    <a:off x="687845" y="3625020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  <a:scene3d>
                    <a:camera prst="orthographicFront"/>
                    <a:lightRig rig="threePt" dir="t"/>
                  </a:scene3d>
                  <a:sp3d>
                    <a:bevelT w="114300" prst="hardEdge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타원 35">
                    <a:extLst>
                      <a:ext uri="{FF2B5EF4-FFF2-40B4-BE49-F238E27FC236}">
                        <a16:creationId xmlns:a16="http://schemas.microsoft.com/office/drawing/2014/main" id="{6B49CD7A-2F54-080D-268B-CF98C7C6DB11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7" name="타원 36">
                    <a:extLst>
                      <a:ext uri="{FF2B5EF4-FFF2-40B4-BE49-F238E27FC236}">
                        <a16:creationId xmlns:a16="http://schemas.microsoft.com/office/drawing/2014/main" id="{A081D723-B319-BC2A-A2D1-C9A6594F75E5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1" name="그룹 20">
                  <a:extLst>
                    <a:ext uri="{FF2B5EF4-FFF2-40B4-BE49-F238E27FC236}">
                      <a16:creationId xmlns:a16="http://schemas.microsoft.com/office/drawing/2014/main" id="{FF1D06E5-B25C-1758-A969-56701E5CBAD3}"/>
                    </a:ext>
                  </a:extLst>
                </p:cNvPr>
                <p:cNvGrpSpPr/>
                <p:nvPr/>
              </p:nvGrpSpPr>
              <p:grpSpPr>
                <a:xfrm rot="20016713">
                  <a:off x="1532665" y="2338583"/>
                  <a:ext cx="1044000" cy="1044000"/>
                  <a:chOff x="680427" y="3627212"/>
                  <a:chExt cx="1044000" cy="1044000"/>
                </a:xfrm>
                <a:grpFill/>
              </p:grpSpPr>
              <p:sp>
                <p:nvSpPr>
                  <p:cNvPr id="32" name="사각형: 둥근 모서리 31">
                    <a:extLst>
                      <a:ext uri="{FF2B5EF4-FFF2-40B4-BE49-F238E27FC236}">
                        <a16:creationId xmlns:a16="http://schemas.microsoft.com/office/drawing/2014/main" id="{046C95BD-BB0D-8A3A-2810-6991BC84799D}"/>
                      </a:ext>
                    </a:extLst>
                  </p:cNvPr>
                  <p:cNvSpPr/>
                  <p:nvPr/>
                </p:nvSpPr>
                <p:spPr>
                  <a:xfrm>
                    <a:off x="680427" y="3627212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  <a:scene3d>
                    <a:camera prst="orthographicFront"/>
                    <a:lightRig rig="threePt" dir="t"/>
                  </a:scene3d>
                  <a:sp3d>
                    <a:bevelT w="114300" prst="hardEdge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85113DD2-AA4D-E9A0-A1D2-C96AFBFA4EAE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481A2934-49FB-D1C5-C65A-075B77B82D35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1F32B517-1405-B1C4-9665-64AECF29E97D}"/>
                    </a:ext>
                  </a:extLst>
                </p:cNvPr>
                <p:cNvGrpSpPr/>
                <p:nvPr/>
              </p:nvGrpSpPr>
              <p:grpSpPr>
                <a:xfrm rot="1600827">
                  <a:off x="3098846" y="2333987"/>
                  <a:ext cx="1044000" cy="1044000"/>
                  <a:chOff x="688131" y="3626956"/>
                  <a:chExt cx="1044000" cy="1044000"/>
                </a:xfrm>
                <a:grpFill/>
              </p:grpSpPr>
              <p:sp>
                <p:nvSpPr>
                  <p:cNvPr id="29" name="사각형: 둥근 모서리 28">
                    <a:extLst>
                      <a:ext uri="{FF2B5EF4-FFF2-40B4-BE49-F238E27FC236}">
                        <a16:creationId xmlns:a16="http://schemas.microsoft.com/office/drawing/2014/main" id="{FC859FB2-B793-19A1-0067-A99DEA40787F}"/>
                      </a:ext>
                    </a:extLst>
                  </p:cNvPr>
                  <p:cNvSpPr/>
                  <p:nvPr/>
                </p:nvSpPr>
                <p:spPr>
                  <a:xfrm>
                    <a:off x="688131" y="3626956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  <a:scene3d>
                    <a:camera prst="orthographicFront"/>
                    <a:lightRig rig="threePt" dir="t"/>
                  </a:scene3d>
                  <a:sp3d>
                    <a:bevelT w="114300" prst="hardEdge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dirty="0"/>
                  </a:p>
                </p:txBody>
              </p: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271BE631-4312-91AD-6F9A-C797E31D83B2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31" name="타원 30">
                    <a:extLst>
                      <a:ext uri="{FF2B5EF4-FFF2-40B4-BE49-F238E27FC236}">
                        <a16:creationId xmlns:a16="http://schemas.microsoft.com/office/drawing/2014/main" id="{0EA8042F-766F-D379-B696-B358F6BCB871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64181031-BABB-9821-D769-F4A120EB5773}"/>
                    </a:ext>
                  </a:extLst>
                </p:cNvPr>
                <p:cNvGrpSpPr/>
                <p:nvPr/>
              </p:nvGrpSpPr>
              <p:grpSpPr>
                <a:xfrm>
                  <a:off x="3951936" y="3625020"/>
                  <a:ext cx="1044000" cy="1044000"/>
                  <a:chOff x="691020" y="3625020"/>
                  <a:chExt cx="1044000" cy="1044000"/>
                </a:xfrm>
                <a:grpFill/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F22202E4-3BC9-DBBE-215D-0A3B518B4FEE}"/>
                      </a:ext>
                    </a:extLst>
                  </p:cNvPr>
                  <p:cNvSpPr/>
                  <p:nvPr/>
                </p:nvSpPr>
                <p:spPr>
                  <a:xfrm>
                    <a:off x="691020" y="3625020"/>
                    <a:ext cx="1044000" cy="1044000"/>
                  </a:xfrm>
                  <a:prstGeom prst="roundRect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  <a:scene3d>
                    <a:camera prst="orthographicFront"/>
                    <a:lightRig rig="threePt" dir="t"/>
                  </a:scene3d>
                  <a:sp3d>
                    <a:bevelT w="114300" prst="hardEdge"/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4E3DC6D0-497E-B576-0FBC-9C4A28A6B395}"/>
                      </a:ext>
                    </a:extLst>
                  </p:cNvPr>
                  <p:cNvSpPr/>
                  <p:nvPr/>
                </p:nvSpPr>
                <p:spPr>
                  <a:xfrm>
                    <a:off x="853063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5A8CA6C-8522-1FF1-BF6C-F779E25EDEE2}"/>
                      </a:ext>
                    </a:extLst>
                  </p:cNvPr>
                  <p:cNvSpPr/>
                  <p:nvPr/>
                </p:nvSpPr>
                <p:spPr>
                  <a:xfrm>
                    <a:off x="1253961" y="4014080"/>
                    <a:ext cx="303750" cy="303750"/>
                  </a:xfrm>
                  <a:prstGeom prst="ellips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13"/>
                  </a:p>
                </p:txBody>
              </p:sp>
            </p:grpSp>
            <p:sp>
              <p:nvSpPr>
                <p:cNvPr id="24" name="직사각형 23">
                  <a:extLst>
                    <a:ext uri="{FF2B5EF4-FFF2-40B4-BE49-F238E27FC236}">
                      <a16:creationId xmlns:a16="http://schemas.microsoft.com/office/drawing/2014/main" id="{ADB1AB5D-D091-801B-A628-3FCDF27406FE}"/>
                    </a:ext>
                  </a:extLst>
                </p:cNvPr>
                <p:cNvSpPr/>
                <p:nvPr/>
              </p:nvSpPr>
              <p:spPr>
                <a:xfrm rot="10800000">
                  <a:off x="1979125" y="5851075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A5F3E81B-E064-A30C-3429-867EF6624261}"/>
                    </a:ext>
                  </a:extLst>
                </p:cNvPr>
                <p:cNvSpPr/>
                <p:nvPr/>
              </p:nvSpPr>
              <p:spPr>
                <a:xfrm rot="10800000">
                  <a:off x="2993985" y="5851075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2" name="직사각형 81">
                  <a:extLst>
                    <a:ext uri="{FF2B5EF4-FFF2-40B4-BE49-F238E27FC236}">
                      <a16:creationId xmlns:a16="http://schemas.microsoft.com/office/drawing/2014/main" id="{184E9E63-FB97-9FA4-3A31-57EDEDD04FD0}"/>
                    </a:ext>
                  </a:extLst>
                </p:cNvPr>
                <p:cNvSpPr/>
                <p:nvPr/>
              </p:nvSpPr>
              <p:spPr>
                <a:xfrm rot="16200000">
                  <a:off x="1422005" y="4097962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sp>
              <p:nvSpPr>
                <p:cNvPr id="83" name="직사각형 82">
                  <a:extLst>
                    <a:ext uri="{FF2B5EF4-FFF2-40B4-BE49-F238E27FC236}">
                      <a16:creationId xmlns:a16="http://schemas.microsoft.com/office/drawing/2014/main" id="{999A2466-858D-F305-DDC2-B2E5C1EE0967}"/>
                    </a:ext>
                  </a:extLst>
                </p:cNvPr>
                <p:cNvSpPr/>
                <p:nvPr/>
              </p:nvSpPr>
              <p:spPr>
                <a:xfrm rot="1583793">
                  <a:off x="3006361" y="3309294"/>
                  <a:ext cx="704321" cy="9845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4" name="직사각형 83">
                  <a:extLst>
                    <a:ext uri="{FF2B5EF4-FFF2-40B4-BE49-F238E27FC236}">
                      <a16:creationId xmlns:a16="http://schemas.microsoft.com/office/drawing/2014/main" id="{E277BBDA-DE5E-6F53-2535-80DE4A8B7469}"/>
                    </a:ext>
                  </a:extLst>
                </p:cNvPr>
                <p:cNvSpPr/>
                <p:nvPr/>
              </p:nvSpPr>
              <p:spPr>
                <a:xfrm rot="10800000">
                  <a:off x="1977035" y="5137572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5" name="직사각형 84">
                  <a:extLst>
                    <a:ext uri="{FF2B5EF4-FFF2-40B4-BE49-F238E27FC236}">
                      <a16:creationId xmlns:a16="http://schemas.microsoft.com/office/drawing/2014/main" id="{D26DC1A1-07F4-693D-449D-DE12A6E0320E}"/>
                    </a:ext>
                  </a:extLst>
                </p:cNvPr>
                <p:cNvSpPr/>
                <p:nvPr/>
              </p:nvSpPr>
              <p:spPr>
                <a:xfrm rot="10800000">
                  <a:off x="2989382" y="5137572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5C7A4DD-009C-4FA8-F780-B473031C7474}"/>
                    </a:ext>
                  </a:extLst>
                </p:cNvPr>
                <p:cNvSpPr/>
                <p:nvPr/>
              </p:nvSpPr>
              <p:spPr>
                <a:xfrm rot="16200000">
                  <a:off x="3544813" y="4097964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 dirty="0"/>
                </a:p>
              </p:txBody>
            </p:sp>
            <p:sp>
              <p:nvSpPr>
                <p:cNvPr id="87" name="직사각형 86">
                  <a:extLst>
                    <a:ext uri="{FF2B5EF4-FFF2-40B4-BE49-F238E27FC236}">
                      <a16:creationId xmlns:a16="http://schemas.microsoft.com/office/drawing/2014/main" id="{5D37F62F-5295-868E-8BE6-2E03262F7FEB}"/>
                    </a:ext>
                  </a:extLst>
                </p:cNvPr>
                <p:cNvSpPr/>
                <p:nvPr/>
              </p:nvSpPr>
              <p:spPr>
                <a:xfrm rot="10800000">
                  <a:off x="1977034" y="5850659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FEE9F76B-333B-5341-BEA7-E359F4DFEF27}"/>
                    </a:ext>
                  </a:extLst>
                </p:cNvPr>
                <p:cNvSpPr/>
                <p:nvPr/>
              </p:nvSpPr>
              <p:spPr>
                <a:xfrm rot="10800000">
                  <a:off x="2991894" y="5850659"/>
                  <a:ext cx="712781" cy="97282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13"/>
                </a:p>
              </p:txBody>
            </p:sp>
          </p:grp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F9EA8341-92EF-D19B-01CB-F0FF89509705}"/>
                  </a:ext>
                </a:extLst>
              </p:cNvPr>
              <p:cNvSpPr/>
              <p:nvPr/>
            </p:nvSpPr>
            <p:spPr>
              <a:xfrm>
                <a:off x="3378957" y="2122680"/>
                <a:ext cx="2394923" cy="26352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606418F-D254-4763-4A45-E2A6EBDC1FDF}"/>
                  </a:ext>
                </a:extLst>
              </p:cNvPr>
              <p:cNvSpPr/>
              <p:nvPr/>
            </p:nvSpPr>
            <p:spPr>
              <a:xfrm>
                <a:off x="3741434" y="2515185"/>
                <a:ext cx="1688225" cy="1855813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C1496211-625F-A6BE-D5F6-6A0BA7313083}"/>
                </a:ext>
              </a:extLst>
            </p:cNvPr>
            <p:cNvSpPr/>
            <p:nvPr/>
          </p:nvSpPr>
          <p:spPr>
            <a:xfrm>
              <a:off x="4562299" y="3416880"/>
              <a:ext cx="46494" cy="46800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8" name="그림 67" descr="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F51B9-F0BD-FB1D-69F3-D2BF9576A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721" y="2656229"/>
            <a:ext cx="318658" cy="271552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51C2B642-4BEA-27E4-C497-30AA9543B386}"/>
              </a:ext>
            </a:extLst>
          </p:cNvPr>
          <p:cNvSpPr/>
          <p:nvPr/>
        </p:nvSpPr>
        <p:spPr>
          <a:xfrm>
            <a:off x="9506139" y="3961832"/>
            <a:ext cx="183600" cy="1836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  <a:scene3d>
            <a:camera prst="orthographicFront"/>
            <a:lightRig rig="threePt" dir="t"/>
          </a:scene3d>
          <a:sp3d>
            <a:bevelT w="114300" prst="hardEdge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C3356E13-9E72-EBBC-053D-1CA397C8197B}"/>
              </a:ext>
            </a:extLst>
          </p:cNvPr>
          <p:cNvGrpSpPr/>
          <p:nvPr/>
        </p:nvGrpSpPr>
        <p:grpSpPr>
          <a:xfrm>
            <a:off x="8166822" y="4513762"/>
            <a:ext cx="768574" cy="67492"/>
            <a:chOff x="7326313" y="4325793"/>
            <a:chExt cx="768574" cy="67492"/>
          </a:xfrm>
        </p:grpSpPr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F6F2081D-45A7-C49E-9EBC-7DB0332C7588}"/>
                </a:ext>
              </a:extLst>
            </p:cNvPr>
            <p:cNvSpPr/>
            <p:nvPr/>
          </p:nvSpPr>
          <p:spPr>
            <a:xfrm rot="10800000">
              <a:off x="7905433" y="4325793"/>
              <a:ext cx="189454" cy="67492"/>
            </a:xfrm>
            <a:custGeom>
              <a:avLst/>
              <a:gdLst>
                <a:gd name="csX0" fmla="*/ 343891 w 419729"/>
                <a:gd name="csY0" fmla="*/ 67492 h 67492"/>
                <a:gd name="csX1" fmla="*/ 295791 w 419729"/>
                <a:gd name="csY1" fmla="*/ 67492 h 67492"/>
                <a:gd name="csX2" fmla="*/ 279198 w 419729"/>
                <a:gd name="csY2" fmla="*/ 67492 h 67492"/>
                <a:gd name="csX3" fmla="*/ 271040 w 419729"/>
                <a:gd name="csY3" fmla="*/ 67492 h 67492"/>
                <a:gd name="csX4" fmla="*/ 251237 w 419729"/>
                <a:gd name="csY4" fmla="*/ 67492 h 67492"/>
                <a:gd name="csX5" fmla="*/ 0 w 419729"/>
                <a:gd name="csY5" fmla="*/ 67492 h 67492"/>
                <a:gd name="csX6" fmla="*/ 0 w 419729"/>
                <a:gd name="csY6" fmla="*/ 59274 h 67492"/>
                <a:gd name="csX7" fmla="*/ 188727 w 419729"/>
                <a:gd name="csY7" fmla="*/ 59274 h 67492"/>
                <a:gd name="csX8" fmla="*/ 237623 w 419729"/>
                <a:gd name="csY8" fmla="*/ 33593 h 67492"/>
                <a:gd name="csX9" fmla="*/ 188727 w 419729"/>
                <a:gd name="csY9" fmla="*/ 7912 h 67492"/>
                <a:gd name="csX10" fmla="*/ 0 w 419729"/>
                <a:gd name="csY10" fmla="*/ 7912 h 67492"/>
                <a:gd name="csX11" fmla="*/ 0 w 419729"/>
                <a:gd name="csY11" fmla="*/ 0 h 67492"/>
                <a:gd name="csX12" fmla="*/ 251237 w 419729"/>
                <a:gd name="csY12" fmla="*/ 0 h 67492"/>
                <a:gd name="csX13" fmla="*/ 271040 w 419729"/>
                <a:gd name="csY13" fmla="*/ 0 h 67492"/>
                <a:gd name="csX14" fmla="*/ 279198 w 419729"/>
                <a:gd name="csY14" fmla="*/ 0 h 67492"/>
                <a:gd name="csX15" fmla="*/ 295791 w 419729"/>
                <a:gd name="csY15" fmla="*/ 0 h 67492"/>
                <a:gd name="csX16" fmla="*/ 343891 w 419729"/>
                <a:gd name="csY16" fmla="*/ 0 h 67492"/>
                <a:gd name="csX17" fmla="*/ 351329 w 419729"/>
                <a:gd name="csY17" fmla="*/ 7761 h 67492"/>
                <a:gd name="csX18" fmla="*/ 351329 w 419729"/>
                <a:gd name="csY18" fmla="*/ 2381 h 67492"/>
                <a:gd name="csX19" fmla="*/ 419729 w 419729"/>
                <a:gd name="csY19" fmla="*/ 32981 h 67492"/>
                <a:gd name="csX20" fmla="*/ 351329 w 419729"/>
                <a:gd name="csY20" fmla="*/ 63581 h 67492"/>
                <a:gd name="csX21" fmla="*/ 351329 w 419729"/>
                <a:gd name="csY21" fmla="*/ 59732 h 67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9729" h="67492">
                  <a:moveTo>
                    <a:pt x="343891" y="67492"/>
                  </a:moveTo>
                  <a:lnTo>
                    <a:pt x="295791" y="67492"/>
                  </a:lnTo>
                  <a:lnTo>
                    <a:pt x="279198" y="67492"/>
                  </a:lnTo>
                  <a:lnTo>
                    <a:pt x="271040" y="67492"/>
                  </a:lnTo>
                  <a:lnTo>
                    <a:pt x="251237" y="67492"/>
                  </a:lnTo>
                  <a:lnTo>
                    <a:pt x="0" y="67492"/>
                  </a:lnTo>
                  <a:lnTo>
                    <a:pt x="0" y="59274"/>
                  </a:lnTo>
                  <a:lnTo>
                    <a:pt x="188727" y="59274"/>
                  </a:lnTo>
                  <a:cubicBezTo>
                    <a:pt x="215742" y="59274"/>
                    <a:pt x="237623" y="47774"/>
                    <a:pt x="237623" y="33593"/>
                  </a:cubicBezTo>
                  <a:cubicBezTo>
                    <a:pt x="237623" y="19412"/>
                    <a:pt x="215742" y="7912"/>
                    <a:pt x="188727" y="7912"/>
                  </a:cubicBezTo>
                  <a:lnTo>
                    <a:pt x="0" y="7912"/>
                  </a:lnTo>
                  <a:lnTo>
                    <a:pt x="0" y="0"/>
                  </a:lnTo>
                  <a:lnTo>
                    <a:pt x="251237" y="0"/>
                  </a:lnTo>
                  <a:lnTo>
                    <a:pt x="271040" y="0"/>
                  </a:lnTo>
                  <a:lnTo>
                    <a:pt x="279198" y="0"/>
                  </a:lnTo>
                  <a:lnTo>
                    <a:pt x="295791" y="0"/>
                  </a:lnTo>
                  <a:lnTo>
                    <a:pt x="343891" y="0"/>
                  </a:lnTo>
                  <a:lnTo>
                    <a:pt x="351329" y="7761"/>
                  </a:lnTo>
                  <a:lnTo>
                    <a:pt x="351329" y="2381"/>
                  </a:lnTo>
                  <a:lnTo>
                    <a:pt x="419729" y="32981"/>
                  </a:lnTo>
                  <a:lnTo>
                    <a:pt x="351329" y="63581"/>
                  </a:lnTo>
                  <a:lnTo>
                    <a:pt x="351329" y="59732"/>
                  </a:lnTo>
                  <a:close/>
                </a:path>
              </a:pathLst>
            </a:custGeom>
            <a:solidFill>
              <a:srgbClr val="FFFFEB"/>
            </a:solidFill>
            <a:ln>
              <a:solidFill>
                <a:srgbClr val="FCFFDD"/>
              </a:solidFill>
            </a:ln>
            <a:scene3d>
              <a:camera prst="orthographicFront"/>
              <a:lightRig rig="threePt" dir="t"/>
            </a:scene3d>
            <a:sp3d>
              <a:bevelT w="12700" h="127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4951657-89B9-5298-58CA-09F30319D293}"/>
                </a:ext>
              </a:extLst>
            </p:cNvPr>
            <p:cNvSpPr/>
            <p:nvPr/>
          </p:nvSpPr>
          <p:spPr>
            <a:xfrm rot="10800000">
              <a:off x="7326313" y="4346017"/>
              <a:ext cx="579120" cy="29482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90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99640388-3062-B5C1-777D-932A7D87C3F4}"/>
                </a:ext>
              </a:extLst>
            </p:cNvPr>
            <p:cNvSpPr/>
            <p:nvPr/>
          </p:nvSpPr>
          <p:spPr>
            <a:xfrm rot="10800000">
              <a:off x="7844513" y="4357158"/>
              <a:ext cx="25200" cy="3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  <a:scene3d>
              <a:camera prst="orthographicFront"/>
              <a:lightRig rig="threePt" dir="t"/>
            </a:scene3d>
            <a:sp3d>
              <a:bevelT w="139700" prst="cross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DF0B1B50-3627-E3F1-4F52-5B8771682AF2}"/>
              </a:ext>
            </a:extLst>
          </p:cNvPr>
          <p:cNvSpPr/>
          <p:nvPr/>
        </p:nvSpPr>
        <p:spPr>
          <a:xfrm rot="10800000">
            <a:off x="8166816" y="4836725"/>
            <a:ext cx="919639" cy="288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5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CFA40EA3-36F3-7783-8735-C1AC976DFF01}"/>
              </a:ext>
            </a:extLst>
          </p:cNvPr>
          <p:cNvGrpSpPr/>
          <p:nvPr/>
        </p:nvGrpSpPr>
        <p:grpSpPr>
          <a:xfrm>
            <a:off x="929678" y="527818"/>
            <a:ext cx="6817236" cy="5482729"/>
            <a:chOff x="1065363" y="650215"/>
            <a:chExt cx="6817236" cy="5482729"/>
          </a:xfrm>
        </p:grpSpPr>
        <p:pic>
          <p:nvPicPr>
            <p:cNvPr id="4" name="그림 3" descr="원, 스케치, 도표, 그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E83A01-C357-A1D9-6BAA-0AAFE258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5363" y="650215"/>
              <a:ext cx="6817236" cy="5482729"/>
            </a:xfrm>
            <a:prstGeom prst="rect">
              <a:avLst/>
            </a:prstGeom>
          </p:spPr>
        </p:pic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3318C3F-4BB2-513D-2453-3417672F0AA4}"/>
                </a:ext>
              </a:extLst>
            </p:cNvPr>
            <p:cNvCxnSpPr/>
            <p:nvPr/>
          </p:nvCxnSpPr>
          <p:spPr>
            <a:xfrm flipH="1">
              <a:off x="2549236" y="1126836"/>
              <a:ext cx="1939637" cy="3140364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B7EF093-B86D-5732-979C-BFD5B9FA0458}"/>
                </a:ext>
              </a:extLst>
            </p:cNvPr>
            <p:cNvSpPr/>
            <p:nvPr/>
          </p:nvSpPr>
          <p:spPr>
            <a:xfrm>
              <a:off x="3574473" y="2392218"/>
              <a:ext cx="175491" cy="22167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B7418993-0B1A-40C4-D415-553E6C9F8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9236" y="4267200"/>
              <a:ext cx="4119419" cy="0"/>
            </a:xfrm>
            <a:prstGeom prst="line">
              <a:avLst/>
            </a:prstGeom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373D7E16-F167-50A3-1E1B-10E0B1CC9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1372" y="2687782"/>
              <a:ext cx="966992" cy="1505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4ECA2405-DC17-67BF-A74D-EFCB9FA82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81372" y="4193310"/>
              <a:ext cx="179260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1130656-EBB6-053C-933E-6E509348C61B}"/>
                </a:ext>
              </a:extLst>
            </p:cNvPr>
            <p:cNvSpPr/>
            <p:nvPr/>
          </p:nvSpPr>
          <p:spPr>
            <a:xfrm>
              <a:off x="2730757" y="2059894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현재 끝점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012F1DB-E95E-AD99-70C3-2898006E1DB0}"/>
                </a:ext>
              </a:extLst>
            </p:cNvPr>
            <p:cNvSpPr/>
            <p:nvPr/>
          </p:nvSpPr>
          <p:spPr>
            <a:xfrm>
              <a:off x="4561726" y="4368921"/>
              <a:ext cx="868222" cy="3693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목적지</a:t>
              </a: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00758B0-8B04-3533-7E49-A9273B88B0AD}"/>
                </a:ext>
              </a:extLst>
            </p:cNvPr>
            <p:cNvSpPr/>
            <p:nvPr/>
          </p:nvSpPr>
          <p:spPr>
            <a:xfrm>
              <a:off x="4473981" y="4147248"/>
              <a:ext cx="175491" cy="2216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585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C7937-E8C7-F2F6-6F9E-CF968FF9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94EE151-8DF0-8D84-6C1A-A9D987806175}"/>
              </a:ext>
            </a:extLst>
          </p:cNvPr>
          <p:cNvSpPr txBox="1"/>
          <p:nvPr/>
        </p:nvSpPr>
        <p:spPr>
          <a:xfrm>
            <a:off x="4036291" y="517236"/>
            <a:ext cx="7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Idle</a:t>
            </a:r>
          </a:p>
          <a:p>
            <a:r>
              <a:rPr lang="en-US" altLang="ko-KR" dirty="0"/>
              <a:t>(fold)</a:t>
            </a:r>
            <a:endParaRPr lang="ko-KR" altLang="en-US" dirty="0"/>
          </a:p>
        </p:txBody>
      </p:sp>
      <p:pic>
        <p:nvPicPr>
          <p:cNvPr id="16" name="그림 15" descr="렌치, 공구, 가정용 하드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AEE66B-6687-F084-A67B-BE4E854D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129" y="156257"/>
            <a:ext cx="3134162" cy="2629267"/>
          </a:xfrm>
          <a:prstGeom prst="rect">
            <a:avLst/>
          </a:prstGeom>
        </p:spPr>
      </p:pic>
      <p:pic>
        <p:nvPicPr>
          <p:cNvPr id="18" name="그림 17" descr="렌치, 공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C57588-AA47-E528-9D7A-81728887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861" b="15667"/>
          <a:stretch>
            <a:fillRect/>
          </a:stretch>
        </p:blipFill>
        <p:spPr>
          <a:xfrm>
            <a:off x="5417361" y="156257"/>
            <a:ext cx="3506184" cy="273953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DB42B-394F-BB20-D38C-1D9E0D799EBA}"/>
              </a:ext>
            </a:extLst>
          </p:cNvPr>
          <p:cNvSpPr txBox="1"/>
          <p:nvPr/>
        </p:nvSpPr>
        <p:spPr>
          <a:xfrm>
            <a:off x="8919896" y="526411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Unfold</a:t>
            </a:r>
          </a:p>
          <a:p>
            <a:endParaRPr lang="en-US" altLang="ko-KR" dirty="0"/>
          </a:p>
        </p:txBody>
      </p:sp>
      <p:pic>
        <p:nvPicPr>
          <p:cNvPr id="21" name="그림 20" descr="렌치, 가정용 하드웨어, 공구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421575-EEAC-5BBE-244B-88879D4F6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97" y="2962750"/>
            <a:ext cx="3048425" cy="287695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E34555B-CF9E-F56A-16B1-EA682960C102}"/>
              </a:ext>
            </a:extLst>
          </p:cNvPr>
          <p:cNvSpPr txBox="1"/>
          <p:nvPr/>
        </p:nvSpPr>
        <p:spPr>
          <a:xfrm>
            <a:off x="4023406" y="3059668"/>
            <a:ext cx="612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turn</a:t>
            </a:r>
            <a:endParaRPr lang="ko-KR" altLang="en-US" dirty="0"/>
          </a:p>
        </p:txBody>
      </p:sp>
      <p:pic>
        <p:nvPicPr>
          <p:cNvPr id="27" name="그림 26" descr="안전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D8B5CA-506A-E226-479E-28AA7023D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2289" y="3143749"/>
            <a:ext cx="2905530" cy="251495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DAF3033-DA69-FA92-67E3-265676FFE811}"/>
              </a:ext>
            </a:extLst>
          </p:cNvPr>
          <p:cNvSpPr txBox="1"/>
          <p:nvPr/>
        </p:nvSpPr>
        <p:spPr>
          <a:xfrm>
            <a:off x="8524170" y="3143749"/>
            <a:ext cx="570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row</a:t>
            </a:r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9CF23CF-A748-D0E4-4B2E-B8B549330012}"/>
              </a:ext>
            </a:extLst>
          </p:cNvPr>
          <p:cNvGrpSpPr/>
          <p:nvPr/>
        </p:nvGrpSpPr>
        <p:grpSpPr>
          <a:xfrm>
            <a:off x="2229207" y="1372036"/>
            <a:ext cx="1476720" cy="660600"/>
            <a:chOff x="2229207" y="1372036"/>
            <a:chExt cx="1476720" cy="66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14:cNvPr>
                <p14:cNvContentPartPr/>
                <p14:nvPr/>
              </p14:nvContentPartPr>
              <p14:xfrm>
                <a:off x="3083127" y="1372036"/>
                <a:ext cx="622800" cy="57780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756CF5B-480D-D469-2939-7F07F94F8E9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77007" y="1365916"/>
                  <a:ext cx="63504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14:cNvPr>
                <p14:cNvContentPartPr/>
                <p14:nvPr/>
              </p14:nvContentPartPr>
              <p14:xfrm>
                <a:off x="2456367" y="1553116"/>
                <a:ext cx="708120" cy="47952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56F4BC-AE9A-277F-011B-DB3BDBBA59D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50247" y="1546996"/>
                  <a:ext cx="72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14:cNvPr>
                <p14:cNvContentPartPr/>
                <p14:nvPr/>
              </p14:nvContentPartPr>
              <p14:xfrm>
                <a:off x="2229207" y="1532596"/>
                <a:ext cx="263880" cy="32544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E811C26A-B251-4E24-FF39-12DC8F9F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23087" y="1526476"/>
                  <a:ext cx="2761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14:cNvPr>
              <p14:cNvContentPartPr/>
              <p14:nvPr/>
            </p14:nvContentPartPr>
            <p14:xfrm>
              <a:off x="8458287" y="1502356"/>
              <a:ext cx="641880" cy="540000"/>
            </p14:xfrm>
          </p:contentPart>
        </mc:Choice>
        <mc:Fallback>
          <p:pic>
            <p:nvPicPr>
              <p:cNvPr id="35" name="잉크 34">
                <a:extLst>
                  <a:ext uri="{FF2B5EF4-FFF2-40B4-BE49-F238E27FC236}">
                    <a16:creationId xmlns:a16="http://schemas.microsoft.com/office/drawing/2014/main" id="{8C6BC762-CD5C-0E28-A6C5-FFE2657BDB6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52167" y="1496236"/>
                <a:ext cx="65412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그룹 41">
            <a:extLst>
              <a:ext uri="{FF2B5EF4-FFF2-40B4-BE49-F238E27FC236}">
                <a16:creationId xmlns:a16="http://schemas.microsoft.com/office/drawing/2014/main" id="{9660EEC2-A2C8-68E9-752E-D0B198920478}"/>
              </a:ext>
            </a:extLst>
          </p:cNvPr>
          <p:cNvGrpSpPr/>
          <p:nvPr/>
        </p:nvGrpSpPr>
        <p:grpSpPr>
          <a:xfrm rot="1002820">
            <a:off x="7874607" y="1672352"/>
            <a:ext cx="1019880" cy="326520"/>
            <a:chOff x="7899927" y="1816996"/>
            <a:chExt cx="1019880" cy="32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14:cNvPr>
                <p14:cNvContentPartPr/>
                <p14:nvPr/>
              </p14:nvContentPartPr>
              <p14:xfrm>
                <a:off x="8064087" y="1901956"/>
                <a:ext cx="855720" cy="24156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9161C5F-7126-5F75-0655-14D9583250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57967" y="1895836"/>
                  <a:ext cx="867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14:cNvPr>
                <p14:cNvContentPartPr/>
                <p14:nvPr/>
              </p14:nvContentPartPr>
              <p14:xfrm>
                <a:off x="7899927" y="1816996"/>
                <a:ext cx="210240" cy="22464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51C2AC5-1566-ED2C-168F-24B063816C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93807" y="1810876"/>
                  <a:ext cx="222480" cy="23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14:cNvPr>
              <p14:cNvContentPartPr/>
              <p14:nvPr/>
            </p14:nvContentPartPr>
            <p14:xfrm>
              <a:off x="2862087" y="4516276"/>
              <a:ext cx="699120" cy="380880"/>
            </p14:xfrm>
          </p:contentPart>
        </mc:Choice>
        <mc:Fallback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2CA6E41-5A45-46E8-6200-E891CC26669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55967" y="4510156"/>
                <a:ext cx="711360" cy="39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그룹 53">
            <a:extLst>
              <a:ext uri="{FF2B5EF4-FFF2-40B4-BE49-F238E27FC236}">
                <a16:creationId xmlns:a16="http://schemas.microsoft.com/office/drawing/2014/main" id="{E43CB5CD-B16E-7F77-A5BE-15574AD98CB3}"/>
              </a:ext>
            </a:extLst>
          </p:cNvPr>
          <p:cNvGrpSpPr/>
          <p:nvPr/>
        </p:nvGrpSpPr>
        <p:grpSpPr>
          <a:xfrm>
            <a:off x="2189247" y="4053676"/>
            <a:ext cx="775440" cy="795600"/>
            <a:chOff x="2189247" y="4053676"/>
            <a:chExt cx="775440" cy="79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14:cNvPr>
                <p14:cNvContentPartPr/>
                <p14:nvPr/>
              </p14:nvContentPartPr>
              <p14:xfrm>
                <a:off x="2418207" y="4218556"/>
                <a:ext cx="546480" cy="63072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59E7AD8B-A5E8-B202-70FD-0F7AACD89D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12087" y="4212436"/>
                  <a:ext cx="5587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14:cNvPr>
                <p14:cNvContentPartPr/>
                <p14:nvPr/>
              </p14:nvContentPartPr>
              <p14:xfrm>
                <a:off x="2189247" y="4053676"/>
                <a:ext cx="369360" cy="37476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7DAFDC9-0259-B5BD-2909-25D9938603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83127" y="4047556"/>
                  <a:ext cx="381600" cy="38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E5801A7-C115-781B-82C2-0A8759E2EB99}"/>
              </a:ext>
            </a:extLst>
          </p:cNvPr>
          <p:cNvGrpSpPr/>
          <p:nvPr/>
        </p:nvGrpSpPr>
        <p:grpSpPr>
          <a:xfrm>
            <a:off x="5790687" y="4229356"/>
            <a:ext cx="1940040" cy="271080"/>
            <a:chOff x="5790687" y="4229356"/>
            <a:chExt cx="194004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14:cNvPr>
                <p14:cNvContentPartPr/>
                <p14:nvPr/>
              </p14:nvContentPartPr>
              <p14:xfrm>
                <a:off x="6928287" y="4293436"/>
                <a:ext cx="802440" cy="17712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EC664B98-404D-8325-5877-6A90286DA2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22167" y="4287316"/>
                  <a:ext cx="814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14:cNvPr>
                <p14:cNvContentPartPr/>
                <p14:nvPr/>
              </p14:nvContentPartPr>
              <p14:xfrm>
                <a:off x="6148887" y="4302796"/>
                <a:ext cx="851400" cy="177120"/>
              </p14:xfrm>
            </p:contentPart>
          </mc:Choice>
          <mc:Fallback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DD1D7D0-4E52-EB4F-A17E-BB7F28947A0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42767" y="4296676"/>
                  <a:ext cx="863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14:cNvPr>
                <p14:cNvContentPartPr/>
                <p14:nvPr/>
              </p14:nvContentPartPr>
              <p14:xfrm>
                <a:off x="5790687" y="4229356"/>
                <a:ext cx="360360" cy="27108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1158693-9092-B06E-33A8-25F10FACA6D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84567" y="4223236"/>
                  <a:ext cx="37260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14:cNvPr>
              <p14:cNvContentPartPr/>
              <p14:nvPr/>
            </p14:nvContentPartPr>
            <p14:xfrm>
              <a:off x="9762567" y="4424116"/>
              <a:ext cx="360" cy="360"/>
            </p14:xfrm>
          </p:contentPart>
        </mc:Choice>
        <mc:Fallback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53503E94-FB7D-F41A-CDEF-348D230E84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56447" y="4417996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17FA202-150D-C76A-03E5-DE1DF8E803F9}"/>
              </a:ext>
            </a:extLst>
          </p:cNvPr>
          <p:cNvCxnSpPr/>
          <p:nvPr/>
        </p:nvCxnSpPr>
        <p:spPr>
          <a:xfrm flipH="1">
            <a:off x="6742545" y="1372036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8436FA7-E387-653E-8C49-21AC559E7635}"/>
              </a:ext>
            </a:extLst>
          </p:cNvPr>
          <p:cNvCxnSpPr>
            <a:cxnSpLocks/>
          </p:cNvCxnSpPr>
          <p:nvPr/>
        </p:nvCxnSpPr>
        <p:spPr>
          <a:xfrm flipV="1">
            <a:off x="7017089" y="1714935"/>
            <a:ext cx="914985" cy="219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6970C25-3A83-9224-14A9-56ADC7482041}"/>
              </a:ext>
            </a:extLst>
          </p:cNvPr>
          <p:cNvSpPr txBox="1"/>
          <p:nvPr/>
        </p:nvSpPr>
        <p:spPr>
          <a:xfrm>
            <a:off x="7001977" y="1017324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C98B18-58AE-156E-7B2A-CFD28BE9B959}"/>
              </a:ext>
            </a:extLst>
          </p:cNvPr>
          <p:cNvSpPr txBox="1"/>
          <p:nvPr/>
        </p:nvSpPr>
        <p:spPr>
          <a:xfrm>
            <a:off x="7162800" y="145795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C8830A1B-105A-6B5B-876B-492548C148D5}"/>
              </a:ext>
            </a:extLst>
          </p:cNvPr>
          <p:cNvCxnSpPr/>
          <p:nvPr/>
        </p:nvCxnSpPr>
        <p:spPr>
          <a:xfrm flipH="1">
            <a:off x="6104114" y="4239551"/>
            <a:ext cx="840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C2E7462-AF99-348F-F40E-716D3D55BBAD}"/>
              </a:ext>
            </a:extLst>
          </p:cNvPr>
          <p:cNvCxnSpPr>
            <a:cxnSpLocks/>
          </p:cNvCxnSpPr>
          <p:nvPr/>
        </p:nvCxnSpPr>
        <p:spPr>
          <a:xfrm>
            <a:off x="6494963" y="3446910"/>
            <a:ext cx="834544" cy="260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1C457E7-95CD-AB44-E113-80A455A3A5E3}"/>
              </a:ext>
            </a:extLst>
          </p:cNvPr>
          <p:cNvSpPr txBox="1"/>
          <p:nvPr/>
        </p:nvSpPr>
        <p:spPr>
          <a:xfrm>
            <a:off x="6363546" y="3884839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A0C3E4-0DAE-E6E9-88BF-F79D0BC92BD2}"/>
              </a:ext>
            </a:extLst>
          </p:cNvPr>
          <p:cNvSpPr txBox="1"/>
          <p:nvPr/>
        </p:nvSpPr>
        <p:spPr>
          <a:xfrm>
            <a:off x="6784965" y="325714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876CD5-3896-B352-2E71-1F9F7AE2AD64}"/>
              </a:ext>
            </a:extLst>
          </p:cNvPr>
          <p:cNvSpPr txBox="1"/>
          <p:nvPr/>
        </p:nvSpPr>
        <p:spPr>
          <a:xfrm>
            <a:off x="3940412" y="5832907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이때 직선 </a:t>
            </a:r>
            <a:r>
              <a:rPr lang="en-US" altLang="ko-KR" dirty="0"/>
              <a:t>A = </a:t>
            </a:r>
            <a:r>
              <a:rPr lang="ko-KR" altLang="en-US" dirty="0"/>
              <a:t>직선 </a:t>
            </a:r>
            <a:r>
              <a:rPr lang="en-US" altLang="ko-KR" dirty="0"/>
              <a:t>B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769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71</Words>
  <Application>Microsoft Office PowerPoint</Application>
  <PresentationFormat>와이드스크린</PresentationFormat>
  <Paragraphs>23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 준태</dc:creator>
  <cp:lastModifiedBy>김 준태</cp:lastModifiedBy>
  <cp:revision>85</cp:revision>
  <dcterms:created xsi:type="dcterms:W3CDTF">2026-01-09T09:00:17Z</dcterms:created>
  <dcterms:modified xsi:type="dcterms:W3CDTF">2026-01-13T06:32:07Z</dcterms:modified>
</cp:coreProperties>
</file>