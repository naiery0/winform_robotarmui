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1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3"/>
    <a:srgbClr val="FFFFFF"/>
    <a:srgbClr val="FCFFDD"/>
    <a:srgbClr val="FFFFEB"/>
    <a:srgbClr val="FFFF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118" autoAdjust="0"/>
  </p:normalViewPr>
  <p:slideViewPr>
    <p:cSldViewPr snapToGrid="0">
      <p:cViewPr>
        <p:scale>
          <a:sx n="100" d="100"/>
          <a:sy n="100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6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1262 11 24575,'-2'5'0,"0"0"0,-1 0 0,1-1 0,-1 1 0,0 0 0,-1-1 0,1 0 0,-1 0 0,0 0 0,0 0 0,0-1 0,-6 5 0,-8 8 0,-109 138 0,85-98 0,-64 64 0,-18 14 0,60-64 0,-4-3 0,-132 100 0,51-46 0,73-59 0,-65 61 0,119-101 0,16-17 0,-1 0 0,1 1 0,1 0 0,-1 0 0,1 0 0,0 1 0,0 0 0,1 0 0,0 0 0,0 0 0,1 1 0,0 0 0,0 0 0,0-1 0,1 1 0,1 1 0,-2 11 0,2-12 0,1 1 0,-1 0 0,2 0 0,-1 0 0,1 0 0,1 0 0,0 0 0,0-1 0,0 1 0,1-1 0,1 1 0,-1-1 0,1 0 0,1 0 0,0-1 0,0 1 0,0-1 0,1 0 0,0 0 0,0-1 0,0 0 0,1 0 0,0 0 0,0-1 0,16 8 0,5 1 0,1-2 0,1-1 0,0-1 0,1-2 0,0-1 0,0-1 0,0-2 0,58 1 0,-60-6 0,-13 2 0,0-1 0,0 0 0,0-1 0,0-1 0,0-1 0,-1 0 0,1-1 0,-1 0 0,25-12 0,8-11 0,-2-2 0,-1-2 0,-1-2 0,75-76 0,-77 61 0,68-106 0,-108 152 0,52-76 0,-24 37 0,-2 0 0,31-63 0,-23 33 0,12-28 0,-29 59 0,37-62 0,9-16 0,25-60 0,15-32 0,-85 170-1365,-9 24-5461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8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1720 739 24575,'-13'-10'0,"0"0"0,-1 1 0,-1 0 0,1 2 0,-23-10 0,-14-7 0,-640-342 0,456 266 0,35 18 0,165 67 0,-60-17 0,-13-5 0,99 33 0,1 1 0,-1 0 0,0 0 0,0 1 0,0 0 0,-1 0 0,1 1 0,0 0 0,-13 1 0,18 1 0,1-1 0,0 1 0,0 0 0,-1 0 0,1 0 0,0 0 0,0 1 0,0-1 0,0 1 0,0 0 0,1 0 0,-1 0 0,0 0 0,1 0 0,0 1 0,-1-1 0,1 1 0,0-1 0,0 1 0,0 0 0,1 0 0,-1 0 0,1 0 0,0 0 0,-1 0 0,1 0 0,1 0 0,-1 1 0,0 3 0,-11 63 0,4 0 0,2 1 0,5 82 0,1-128 0,0 0 0,2 1 0,5 25 0,-4-41 0,0-1 0,0 1 0,1 0 0,0-1 0,1 1 0,0-1 0,0-1 0,1 1 0,0-1 0,9 10 0,16 11 0,0-1 0,2-1 0,66 41 0,26 9 0,85 58 0,-174-114 0,0-1 0,1-1 0,45 14 0,-74-29 0,197 68 0,-60-15 0,-120-48 0,1-1 0,0-1 0,0-1 0,1-1 0,0-2 0,0 0 0,31-2 0,17 3 0,-4 8 0,12 0 0,-62-11 0,0-1 0,0-1 0,0-1 0,22-5 0,-33 5 0,0-2 0,0 1 0,0-1 0,0-1 0,-1 1 0,0-2 0,0 1 0,0-1 0,15-15 0,-6 5-118,3-2-298,-1-1 1,21-28-1,-29 31-6410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21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683 207 24575,'0'-5'0,"-1"0"0,0 1 0,0-1 0,0 1 0,-1-1 0,1 1 0,-1 0 0,0 0 0,-1 0 0,1 0 0,-1 0 0,1 0 0,-1 0 0,0 1 0,-1-1 0,1 1 0,0 0 0,-1 0 0,0 1 0,0-1 0,0 1 0,-5-3 0,-14-7 0,0 1 0,-47-14 0,43 16 0,-15-6 0,0 3 0,-1 1 0,-1 2 0,-69-5 0,109 13 0,0 1 0,-1 0 0,1 0 0,-1 1 0,1-1 0,0 1 0,0 0 0,-1 0 0,1 0 0,0 0 0,0 1 0,0 0 0,0 0 0,0 0 0,0 0 0,-6 6 0,7-4 0,0-1 0,0 1 0,0 0 0,1 0 0,0 1 0,-1-1 0,2 0 0,-1 1 0,0-1 0,1 1 0,0 0 0,0-1 0,0 1 0,1 0 0,-1 6 0,0 9 0,0 0 0,1 0 0,1 0 0,1 0 0,5 23 0,-6-38 0,1 0 0,-1 0 0,1 0 0,0 0 0,1-1 0,-1 1 0,1-1 0,0 0 0,0 0 0,0 0 0,0 0 0,1 0 0,-1-1 0,1 1 0,0-1 0,0 0 0,1 0 0,-1-1 0,1 1 0,-1-1 0,1 0 0,0 0 0,-1 0 0,1-1 0,8 2 0,-3-2 0,1 2 0,0 0 0,-1 0 0,1 1 0,-1 0 0,0 1 0,0 0 0,9 6 0,-15-7 0,1 0 0,-1 0 0,1 0 0,-1 1 0,-1-1 0,1 1 0,-1 0 0,1 0 0,-1 0 0,-1 0 0,1 1 0,-1-1 0,0 1 0,0 0 0,0 0 0,0 9 0,1 0 0,-1 0 0,-1 0 0,-1 0 0,0 0 0,-1 0 0,0 0 0,-6 24 0,6-35 0,0 1 0,-1-1 0,0 1 0,1-1 0,-2 0 0,1 0 0,0 0 0,-1 0 0,0 0 0,0 0 0,0-1 0,0 1 0,0-1 0,-1 0 0,1 0 0,-1 0 0,0 0 0,0-1 0,0 0 0,-1 1 0,1-1 0,0-1 0,-1 1 0,1-1 0,-1 0 0,1 0 0,-9 1 0,-93-2 0,6-1 0,98 1 0,1 0 0,-1 0 0,0 0 0,1 0 0,-1 0 0,0 0 0,1 1 0,-1-1 0,0 1 0,1-1 0,-1 1 0,1-1 0,-1 1 0,1 0 0,-1 0 0,1 0 0,-1 0 0,1 0 0,0 0 0,0 0 0,-1 0 0,1 1 0,0-1 0,0 0 0,0 1 0,-1 1 0,2 0 0,0-1 0,0 0 0,0 1 0,0-1 0,0 0 0,1 0 0,-1 1 0,1-1 0,0 0 0,-1 0 0,1 1 0,0-1 0,0 0 0,0 0 0,1 0 0,1 2 0,6 9 0,1-1 0,1-1 0,0 1 0,18 13 0,-19-18 0,0-1 0,-1 0 0,2-1 0,-1 0 0,1-1 0,-1 0 0,20 4 0,82 9 0,-83-13 0,25 1 0,0-2 0,95-8 0,-142 5-65,1-1 0,0 0 0,0-1 0,-1 0 0,1 0 0,-1-1 0,1 1 0,-1-2 0,0 1 0,0-1 0,-1 0 0,1 0 0,-1-1 0,0 0 0,0 0 0,0-1 0,-1 1 0,0-1 0,0 0 0,4-7 0,-1-4-6761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3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85 24575,'1'5'0,"0"0"0,0-1 0,0 1 0,1 0 0,-1-1 0,1 1 0,0-1 0,1 1 0,-1-1 0,1 0 0,0 0 0,6 6 0,43 44 0,-50-53 0,28 27 0,2-1 0,0-2 0,2-1 0,1-2 0,50 24 0,19 7 0,123 86 0,-198-120 0,70 41 0,-51-33 0,-1 3 0,46 38 0,28 21 0,-93-71 0,0 1 0,-2 1 0,0 1 0,-2 1 0,0 2 0,32 40 0,-52-57 0,0 1 0,0-1 0,-1 1 0,0 0 0,-1 0 0,1 0 0,-1 0 0,-1 0 0,0 1 0,0 8 0,-4 93 0,0-47 0,3-58 0,0 1 0,0-1 0,0 0 0,-1 0 0,1 1 0,-1-1 0,0 0 0,-1 0 0,1 0 0,-1 0 0,0 0 0,-1-1 0,1 1 0,-1 0 0,0-1 0,0 0 0,0 1 0,0-1 0,-1-1 0,0 1 0,1 0 0,-1-1 0,-1 0 0,1 0 0,0 0 0,-1 0 0,0-1 0,-8 3 0,-31 9 0,-2-2 0,0-2 0,0-2 0,-1-2 0,1-2 0,-1-2 0,-67-7 0,102 4 0,-1-2 0,1 0 0,0 0 0,0-1 0,0 0 0,0-1 0,1-1 0,-14-8 0,-88-65 0,45 28 0,-32-30 0,29 22 0,19 14 0,2-2 0,-57-69 0,-3-3 0,-77-82 0,46 12 0,124 169 0,2 0 0,0-1 0,1-1 0,1 0 0,0-1 0,2 0 0,1-1 0,-7-27 0,12 32-136,2 0-1,0 0 1,1-1-1,1 1 1,1 0-1,1-1 1,0 1-1,2 0 0,6-29 1,-3 31-6690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2050 233 24575,'-9'-6'0,"0"1"0,0 0 0,0 1 0,-1 0 0,1 1 0,-1-1 0,0 2 0,0 0 0,-13-2 0,6 1 0,-362-60 0,188 37 0,131 17 0,-102-31 0,117 27 0,0 1 0,-1 2 0,0 3 0,-62-3 0,-508 11 0,607-1 0,1 1 0,-1 1 0,1-1 0,-1 1 0,1 0 0,0 1 0,0 0 0,0 1 0,0-1 0,1 1 0,0 1 0,-1-1 0,1 1 0,1 1 0,-1-1 0,-8 11 0,4-5 0,1 1 0,1 1 0,0 0 0,1 0 0,0 1 0,1 0 0,0 0 0,-5 20 0,10-31 0,1 1 0,0-1 0,1 1 0,-1 0 0,1-1 0,-1 1 0,1 0 0,0 0 0,0-1 0,1 1 0,-1 0 0,1 0 0,0-1 0,0 1 0,0 0 0,0-1 0,1 0 0,-1 1 0,1-1 0,0 0 0,0 1 0,0-1 0,1 0 0,-1-1 0,1 1 0,-1 0 0,1-1 0,0 1 0,0-1 0,0 0 0,6 3 0,9 5 0,1-2 0,1 0 0,-1-1 0,35 8 0,-13-4 0,252 71 0,-253-74 0,43 2 0,-16-2 0,93 2 0,-114-10 0,1 3 0,49 9 0,-56-6 0,76 1 0,-74-6 0,68 10 0,300 68 0,-380-73 0,145 24 0,-97-20 0,-35-3 0,68 1 0,-104-8 0,5 1 0,-1-1 0,1-1 0,-1 0 0,1-1 0,21-5 0,-29 6 0,-1-1 0,0 0 0,0 1 0,0-1 0,0 0 0,0 0 0,0-1 0,-1 1 0,1-1 0,-1 1 0,1-1 0,-1 0 0,0 0 0,0 0 0,0 0 0,-1 0 0,1 0 0,-1 0 0,1-1 0,-1 1 0,0-1 0,-1 1 0,2-8 0,12-51-1365,-9 45-5461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582 315 24575,'0'-18'0,"1"1"0,-1 1 0,-1-1 0,-1 0 0,-5-23 0,5 34 0,0 0 0,0 0 0,-1 1 0,1-1 0,-1 1 0,-1 0 0,1 0 0,-1 0 0,0 0 0,0 0 0,-1 1 0,1 0 0,-1 0 0,0 0 0,-9-5 0,-19-9 0,-1 2 0,-1 2 0,0 0 0,-72-15 0,90 25 0,1 0 0,-1 2 0,1 0 0,-1 0 0,0 2 0,1 0 0,-1 1 0,0 1 0,-24 5 0,36-5 0,1 0 0,-1 1 0,0 0 0,1-1 0,0 2 0,-1-1 0,1 0 0,0 1 0,1 0 0,-1 0 0,1 0 0,0 0 0,0 1 0,-4 5 0,6-7 0,0-1 0,-1 1 0,1-1 0,0 1 0,1-1 0,-1 1 0,0 0 0,1-1 0,-1 1 0,1 0 0,0-1 0,0 1 0,0 0 0,0-1 0,1 1 0,-1 0 0,1-1 0,-1 1 0,1 0 0,0-1 0,0 1 0,0-1 0,1 1 0,-1-1 0,0 0 0,1 1 0,0-1 0,3 4 0,2-1 0,1 1 0,0-2 0,0 1 0,0-1 0,0 0 0,1 0 0,-1-1 0,1 0 0,0-1 0,0 0 0,15 1 0,-13-1 0,1 0 0,0 1 0,-1 0 0,1 1 0,12 6 0,-20-7 0,0-1 0,0 1 0,-1 0 0,1 0 0,0 0 0,-1 1 0,0-1 0,0 1 0,0 0 0,0 0 0,0 0 0,-1 0 0,0 0 0,0 1 0,0-1 0,0 1 0,1 5 0,-2-6 0,0 0 0,0 0 0,0 0 0,0 1 0,0-1 0,-1 0 0,0 1 0,0-1 0,0 0 0,-1 1 0,1-1 0,-1 0 0,0 0 0,0 1 0,-3 7 0,2-10 0,0 1 0,-1-1 0,1 1 0,0-1 0,-1 0 0,1 0 0,-1 0 0,0 0 0,1 0 0,-1 0 0,0-1 0,0 0 0,0 1 0,0-1 0,0 0 0,-1 0 0,1-1 0,0 1 0,0-1 0,-1 0 0,-4 1 0,-14-1 0,12 0 0,1 1 0,-1-1 0,1 2 0,-1-1 0,1 1 0,-9 3 0,15-4 0,1 0 0,0 1 0,-1-1 0,1 0 0,0 1 0,0-1 0,0 1 0,0 0 0,0 0 0,1 0 0,-1 0 0,0 0 0,1 0 0,0 0 0,-1 0 0,1 1 0,0-1 0,0 1 0,0-1 0,0 1 0,1-1 0,-1 1 0,1-1 0,0 1 0,-1-1 0,1 1 0,0 3 0,0-1 0,0 1 0,1-1 0,-1 0 0,1 1 0,0-1 0,0 1 0,1-1 0,-1 0 0,1 0 0,0 0 0,1 0 0,-1 0 0,1 0 0,0-1 0,0 1 0,6 6 0,-3-6 0,0 0 0,1 0 0,-1 0 0,1-1 0,0 0 0,0 0 0,1-1 0,-1 0 0,1 0 0,8 2 0,17 1 0,-1-1 0,1-1 0,0-2 0,44-3 0,-66 1 0,2 0-111,45-5-1143,-41-1-5572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00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1568 0 24575,'-25'1'0,"0"1"0,1 1 0,-1 2 0,1 0 0,0 1 0,0 2 0,1 0 0,0 2 0,-23 13 0,-195 83 0,-212 110 0,285-127 0,-62 39 0,201-110 0,16-11 0,1 0 0,0 1 0,1 0 0,0 1 0,0 0 0,1 1 0,0 0 0,-12 17 0,13-15 0,1 0 0,0 1 0,1 0 0,0 0 0,1 1 0,1-1 0,0 1 0,1 1 0,0-1 0,1 0 0,1 1 0,-1 24 0,2-32 0,1-1 0,0 1 0,1 0 0,0-1 0,0 1 0,0 0 0,1-1 0,0 1 0,0-1 0,1 0 0,-1 0 0,5 7 0,-4-10 0,0 1 0,0-1 0,0 0 0,1 0 0,-1 0 0,1-1 0,0 1 0,0-1 0,-1 0 0,2 0 0,-1 0 0,0-1 0,0 1 0,0-1 0,1 0 0,-1 0 0,1-1 0,-1 1 0,6-1 0,67 3 0,105-9 0,-164 3 0,0-1 0,0-1 0,-1 0 0,0-2 0,0 0 0,30-17 0,30-12 0,138-65 0,-120 53 0,145-91 0,-148 82 0,113-53 0,-174 92 0,-2 0 0,0-2 0,-2-1 0,32-32 0,-33 31 0,-8 8 0,1 1 0,0 0 0,0 2 0,32-13 0,-28 13 0,-1 0 0,0-1 0,26-20 0,-1 0-1365,-35 22-5461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0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1518 1290 24575,'-9'-1'0,"0"0"0,0-1 0,1 1 0,-1-2 0,1 1 0,-1-1 0,1-1 0,0 1 0,0-1 0,1-1 0,-1 1 0,1-1 0,0-1 0,0 1 0,0-1 0,1 0 0,-7-9 0,-12-16 0,1 0 0,-31-57 0,29 46 0,-42-66 0,-5 2 0,-125-139 0,-8-13 0,200 250 0,-45-67 0,35 49 0,-1 1 0,-1 0 0,-1 1 0,-1 1 0,-1 1 0,-36-29 0,49 47 0,1 0 0,-1 1 0,0 0 0,0 0 0,0 1 0,0 0 0,-1 0 0,1 1 0,0 0 0,-14 0 0,-86 8 0,96-6 0,1 2 0,-1-1 0,1 2 0,0-1 0,0 2 0,0-1 0,1 1 0,-1 1 0,1 0 0,1 1 0,-1 0 0,1 0 0,0 1 0,1 0 0,-1 0 0,2 1 0,-12 16 0,10-11 0,0 0 0,1 1 0,0 0 0,2 1 0,0-1 0,0 1 0,2 0 0,0 1 0,0-1 0,2 1 0,-1 28 0,2 17 0,5 132 0,-2-182 0,1 0 0,0 0 0,1 0 0,0-1 0,1 1 0,0-1 0,1 0 0,0-1 0,1 1 0,11 12 0,12 14 0,45 40 0,-8-14 0,4-3 0,2-4 0,2-3 0,3-3 0,85 41 0,-132-74 0,-1 1 0,-2 2 0,0 1 0,26 25 0,98 107 0,-73-70 0,-18-25 27,37 41-1419,-85-84-5434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2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311 24575,'-12'0'0,"-1"0"0,0 0 0,1-1 0,-1-1 0,1 0 0,0-1 0,-1 0 0,1-1 0,0 0 0,1-1 0,-1 0 0,1-1 0,0 0 0,1-1 0,-12-9 0,-8-7 0,-3-5 0,-2 2 0,0 1 0,-2 2 0,-1 2 0,-67-29 0,78 40 0,0 1 0,0 0 0,-1 2 0,0 2 0,0 0 0,-37-1 0,47 6 0,0 1 0,0 0 0,-24 6 0,33-5 0,1 1 0,0 0 0,0 0 0,0 1 0,0 0 0,1 0 0,-1 1 0,1 0 0,-7 6 0,3-1 0,0 0 0,1 0 0,0 1 0,1 0 0,0 1 0,1 0 0,-13 24 0,19-32 0,0-1 0,1 1 0,0-1 0,0 1 0,0 0 0,0-1 0,0 1 0,1 0 0,-1 0 0,1-1 0,0 1 0,0 0 0,1 0 0,-1 0 0,1-1 0,0 1 0,0 0 0,0-1 0,0 1 0,1-1 0,-1 1 0,1-1 0,0 0 0,0 1 0,0-1 0,0 0 0,1 0 0,-1-1 0,1 1 0,0 0 0,0-1 0,0 0 0,0 0 0,0 1 0,5 1 0,10 4 0,0 0 0,0-1 0,1-1 0,0-1 0,26 4 0,25 7 0,-17-1 0,-39-13 0,-1 1 0,0 0 0,0 1 0,0 1 0,0 0 0,0 1 0,-1 0 0,0 1 0,-1 1 0,1 0 0,-1 0 0,11 12 0,-16-14 0,1 1 0,-2 0 0,1 0 0,-1 0 0,0 1 0,-1 0 0,5 10 0,-8-17 0,-1 1 0,1-1 0,-1 1 0,0 0 0,1-1 0,-1 1 0,0 0 0,0-1 0,0 1 0,0 0 0,0-1 0,-1 1 0,1-1 0,0 1 0,-1 0 0,1-1 0,-1 1 0,-1 1 0,1-1 0,-1 0 0,1 0 0,-1-1 0,0 1 0,0-1 0,0 1 0,0-1 0,0 0 0,0 0 0,0 0 0,0 0 0,0 0 0,0 0 0,-1 0 0,1-1 0,-5 1 0,-19 2 0,1-1 0,-1-1 0,0-2 0,-30-3 0,33 1 0,0 1 0,0 2 0,0 0 0,0 1 0,-36 7 0,54-6 0,0 0 0,0 0 0,1 0 0,-1 1 0,1-1 0,0 1 0,0 0 0,0 1 0,0-1 0,0 1 0,1-1 0,-1 1 0,1 0 0,0 1 0,0-1 0,1 0 0,-1 1 0,1-1 0,0 1 0,0 0 0,1 0 0,-1 0 0,1 0 0,0 0 0,0 9 0,-2 10 0,1 0 0,2 0 0,1 0 0,3 27 0,-3-46 0,0 0 0,0 1 0,1-1 0,-1 0 0,1 0 0,0 0 0,0 0 0,1-1 0,0 1 0,0-1 0,0 1 0,0-1 0,0 0 0,1 0 0,0 0 0,0-1 0,0 1 0,0-1 0,1 0 0,-1 0 0,8 3 0,9 3 0,1 0 0,-1-2 0,43 9 0,-4 0 0,145 39-1365,-184-49-5461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0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2229 55 24575,'-26'-2'0,"0"-1"0,1-1 0,-46-13 0,42 9 0,1 2 0,-50-6 0,-402 10 0,240 4 0,-760-2 0,986 1 0,0 0 0,0 1 0,0 0 0,0 1 0,0 1 0,1 0 0,-17 7 0,23-8 0,1 0 0,-1 0 0,0 1 0,1 0 0,0 0 0,0 1 0,0 0 0,1 0 0,-1 0 0,1 1 0,0-1 0,1 1 0,-1 0 0,1 1 0,-4 8 0,7-12 0,0 0 0,0 0 0,0 0 0,1 0 0,-1 0 0,1 1 0,0-1 0,0 0 0,0 0 0,0 0 0,1 0 0,-1 1 0,1-1 0,0 0 0,0 0 0,0 0 0,0 0 0,0 0 0,1-1 0,-1 1 0,1 0 0,0-1 0,0 1 0,0-1 0,0 1 0,4 3 0,7 5 0,0-1 0,1 0 0,29 16 0,-9-5 0,-15-10 0,2-1 0,-1 0 0,1-1 0,37 9 0,22 9 0,-31-9 0,1-3 0,1-2 0,0-2 0,1-3 0,72 4 0,2 1 0,-77-6 0,61 0 0,-79-6 0,54 10 0,-53-5 0,50 1 0,662-8-1365,-722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2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2213 29 24575,'-91'0'0,"-527"-16"0,-166 4 0,476 15 0,285-4 0,-7 0 0,-1 1 0,0 1 0,1 2 0,-1 1 0,1 1 0,0 2 0,-29 10 0,51-14 0,1 0 0,-1 1 0,0 0 0,1 0 0,0 1 0,0 0 0,0 0 0,1 1 0,0-1 0,0 2 0,0-1 0,-6 9 0,9-10 0,0 1 0,1-1 0,-1 1 0,1 0 0,0 0 0,0 0 0,1 0 0,0 0 0,0 0 0,0 0 0,1 0 0,-1 0 0,2 1 0,-1-1 0,1 0 0,0 0 0,3 11 0,-1-9 0,0-1 0,1 1 0,-1-1 0,1 0 0,1 0 0,0-1 0,0 1 0,0-1 0,1 0 0,-1 0 0,1-1 0,1 0 0,-1 0 0,1 0 0,0-1 0,13 6 0,12 6 0,2-3 0,50 15 0,-60-21 0,32 9 0,2-2 0,113 11 0,120-17 0,-263-6 0,1 0 0,30 7 0,-29-3 0,52 1 0,1021-8 0,-1083 0 42,1-1 0,30-7 1,10-1-1535,-39 7-5334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4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1001 336 24575,'0'-4'0,"-1"1"0,0-1 0,0 1 0,0 0 0,0 0 0,0 0 0,-1 0 0,0 0 0,1 0 0,-1 0 0,0 0 0,0 0 0,-3-2 0,-36-35 0,31 31 0,-15-14 0,-1 2 0,-1 0 0,-1 2 0,-1 1 0,-1 2 0,0 0 0,-1 2 0,-1 1 0,-48-12 0,22 10 0,0 2 0,0 3 0,-1 2 0,-67 0 0,106 8 0,1 1 0,0 0 0,0 2 0,0 0 0,-31 10 0,46-12 0,-1 1 0,0 0 0,0 0 0,1 0 0,0 1 0,-1-1 0,1 1 0,0 0 0,0 1 0,0-1 0,1 0 0,-1 1 0,1 0 0,0 0 0,0 0 0,0 0 0,1 1 0,-1-1 0,1 1 0,0-1 0,0 1 0,1 0 0,-1 0 0,1 0 0,0 0 0,0 9 0,1-11 0,0 1 0,0-1 0,0 0 0,1 1 0,0-1 0,-1 1 0,1-1 0,1 0 0,-1 0 0,0 0 0,1 1 0,-1-1 0,1-1 0,0 1 0,0 0 0,0 0 0,4 3 0,0-1 0,0 1 0,1-1 0,-1-1 0,1 0 0,0 0 0,0 0 0,10 3 0,4 1 0,0-2 0,1 0 0,0-2 0,37 4 0,127-9 0,13 2 0,-196-1 0,0 0 0,0 0 0,0 0 0,0 1 0,0-1 0,0 1 0,0 0 0,0 0 0,-1 0 0,1 1 0,0-1 0,-1 0 0,1 1 0,-1 0 0,1 0 0,-1-1 0,0 1 0,0 1 0,0-1 0,0 0 0,0 0 0,0 1 0,0-1 0,-1 1 0,0 0 0,1-1 0,-1 1 0,0 0 0,1 5 0,-2-5 0,1 1 0,-1 0 0,-1 0 0,1-1 0,0 1 0,-1 0 0,0-1 0,0 1 0,0 0 0,0-1 0,-1 1 0,1-1 0,-1 0 0,0 0 0,0 1 0,0-1 0,0 0 0,-1 0 0,1-1 0,-1 1 0,0-1 0,0 1 0,-5 3 0,-11 5 0,-2-1 0,1 0 0,-1-1 0,0-2 0,0 0 0,-40 7 0,28-7 0,1 1 0,-36 16 0,59-20 0,-1 0 0,1 1 0,0 1 0,0-1 0,1 2 0,0-1 0,0 1 0,0 0 0,1 0 0,0 1 0,-6 9 0,10-12 0,0-1 0,1 0 0,0 0 0,0 1 0,0 0 0,0-1 0,1 1 0,-1 0 0,1 0 0,1-1 0,-1 1 0,1 0 0,0 0 0,0 0 0,0 0 0,0 0 0,1 0 0,0 0 0,2 5 0,-2-6 0,0-1 0,1 1 0,0-1 0,0 1 0,0-1 0,0 0 0,1 0 0,-1 0 0,1 0 0,-1 0 0,1 0 0,0-1 0,0 1 0,1-1 0,-1 0 0,0 0 0,1 0 0,-1 0 0,1-1 0,0 0 0,-1 1 0,1-1 0,0 0 0,4 0 0,42 3 0,0-2 0,70-6 0,-5 0 0,-76 2 0,0-2 0,0-2 0,-1-2 0,1-1 0,44-18 0,-45 11-1365,-20 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5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7.86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7620 2322,'0'-1,"-1"0,0 0,1 0,-1 1,1-1,-1 0,0 0,1 0,-1 1,0-1,0 0,0 1,0-1,0 0,0 1,0-1,0 1,0 0,0-1,0 1,0 0,0-1,0 1,0 0,0 0,0 0,-1 0,-37-2,35 2,-39-5,1-1,0-2,0-2,1-2,-45-19,-56-15,76 23,1-3,1-2,-84-51,8 4,73 36,53 30,-1-1,0 2,0 0,-1 1,0 0,0 1,-1 1,0 1,-22-4,15 5,0-2,0 0,1-2,-1-1,2 0,-1-2,-28-17,-33-12,-86-33,61 29,-171-44,168 55,-110-18,108 27,-170-42,-73-3,208 44,-74-16,127 20,-168-44,29-1,51 16,68 22,72 18,-68-22,-244-85,68 24,-150-39,79 22,352 107,-220-67,161 49,-96-41,16 4,44 25,-88-34,-90-31,221 78,56 18,-252-70,196 56,43 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15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7,'3'-3,"1"-1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4T06:06:18.815"/>
    </inkml:context>
    <inkml:brush xml:id="br0">
      <inkml:brushProperty name="width" value="0.1" units="cm"/>
      <inkml:brushProperty name="height" value="0.2" units="cm"/>
      <inkml:brushProperty name="color" value="#00FDFF"/>
      <inkml:brushProperty name="tip" value="rectangle"/>
      <inkml:brushProperty name="rasterOp" value="maskPen"/>
      <inkml:brushProperty name="ignorePressure" value="1"/>
    </inkml:brush>
  </inkml:definitions>
  <inkml:trace contextRef="#ctx0" brushRef="#br0">493 42,'2'-13,"-2"2,-18 4,-28 2,0 1,-1 3,-53 4,-2 0,97-3,0 1,0 0,0 0,0 0,0 1,0-1,0 1,1 0,-1 1,1-1,0 1,-1 0,1 0,0 0,1 0,-1 1,0 0,-4 6,2-2,0 1,0 0,1 0,1 0,-1 0,1 1,1 0,-4 14,7-20,0 0,-1 0,1 0,1 0,-1 1,1-1,-1 0,1 0,0 0,1 0,-1 0,1 0,0-1,0 1,0 0,0-1,0 0,1 1,3 3,9 9,1-1,28 22,5 4,-17-7,32 31,99 131,-156-186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3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24575,'0'3'0,"-1"1"0,-1 0 0,1 0 0,0-1 0,-1 1 0,0-1 0,1 1 0,-4 3 0,-11 26 0,12 0 0,1 1 0,1 0 0,2 0 0,5 45 0,-4-77-54,-1 1-1,0-1 0,1 0 1,-1 1-1,1-1 1,-1 0-1,1 1 0,0-1 1,0 0-1,0 0 1,0 0-1,1 0 0,-1 0 1,1 0-1,-1 0 0,1-1 1,-1 1-1,1 0 1,0-1-1,0 1 0,0-1 1,0 0-1,0 1 1,4 0-1,7 3-6771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39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1 24575,'2'49'0,"0"-35"0,-1 0 0,-1 0 0,0 0 0,0 0 0,-2 1 0,0-1 0,-7 25 0,6-34 0,0-1 0,0 1 0,0-1 0,-1 0 0,0 0 0,0-1 0,0 1 0,0-1 0,-1 0 0,1 0 0,-1 0 0,0 0 0,0-1 0,-5 2 0,-3 1 0,1 0 0,-1-1 0,0-1 0,-21 3 0,30-5 0,1-1 0,0 0 0,-1 0 0,1-1 0,-1 1 0,1-1 0,0 1 0,-1-1 0,1 0 0,0 0 0,0-1 0,0 1 0,0-1 0,0 1 0,0-1 0,0 0 0,1 0 0,-1 0 0,0 0 0,1-1 0,0 1 0,0-1 0,-1 0 0,2 1 0,-1-1 0,0 0 0,0 0 0,1 0 0,-2-4 0,1 0 0,0 1 0,0-1 0,0 1 0,1-1 0,0 0 0,0 0 0,1 0 0,0 0 0,0 0 0,1 1 0,0-1 0,0 0 0,4-12 0,-4 16 0,1 0 0,0 0 0,0 1 0,0-1 0,1 0 0,-1 1 0,1 0 0,-1-1 0,1 1 0,0 0 0,0 0 0,0 1 0,0-1 0,0 0 0,0 1 0,1 0 0,-1 0 0,0 0 0,1 0 0,-1 1 0,0-1 0,1 1 0,-1 0 0,1 0 0,3 0 0,10 0 0,0 0 0,0 2 0,29 5 0,-37-5 11,-1 1 0,0 0 0,0 1 0,0 0 0,0 0 0,0 0-1,-1 1 1,0 0 0,0 1 0,8 7 0,3 5-506,0 2 0,16 24 0,-27-35-6331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0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24575,'-5'2'0,"-1"0"0,1 1 0,0-1 0,1 1 0,-1 0 0,0 0 0,1 1 0,-1 0 0,1-1 0,0 1 0,-6 9 0,4-8 0,-3 5 0,-1 0 0,1 1 0,1 0 0,-12 20 0,16-24 0,1 0 0,1 0 0,-1 0 0,1 0 0,0 1 0,1-1 0,0 1 0,0-1 0,1 1 0,0 8 0,-1 61 0,0-50 0,0 0 0,2 0 0,1 0 0,11 52 0,-9-70 19,-1-1 0,1 0 0,1 0 0,-1 0 0,1 0 0,9 9 0,17 30-1517,-27-36-5328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4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 24575,'-7'171'0,"5"-147"0,-2 0 0,-1-1 0,-1 0 0,-1 0 0,-12 26 0,1-3 0,22-107 0,-1 50 0,2-1 0,0 1 0,0 1 0,1-1 0,0 1 0,10-13 0,-14 20 0,0 0 0,0 1 0,0-1 0,1 0 0,0 1 0,-1-1 0,1 1 0,0 0 0,0 0 0,0 0 0,0 0 0,1 0 0,-1 1 0,0 0 0,1-1 0,-1 1 0,1 0 0,-1 1 0,1-1 0,0 1 0,-1-1 0,1 1 0,0 0 0,6 2 0,-7-2 0,-1 2 0,1-1 0,-1 0 0,0 1 0,1-1 0,-1 1 0,0-1 0,0 1 0,0 0 0,0 0 0,0 0 0,-1 0 0,1 0 0,0 1 0,-1-1 0,0 0 0,1 1 0,-1-1 0,0 1 0,0-1 0,-1 1 0,1 0 0,0-1 0,-1 1 0,1 5 0,0 9 0,0 1 0,-1-1 0,-2 19 0,0-8 0,2-25 5,0-1 0,0 1 0,0 0-1,0 0 1,0 0 0,-1-1 0,1 1 0,-1 0-1,0 0 1,0-1 0,0 1 0,0-1 0,-1 1-1,1-1 1,0 1 0,-1-1 0,0 0-1,0 0 1,0 0 0,0 0 0,0 0 0,0 0-1,0 0 1,-3 1 0,-1 0-154,0-1 1,-1-1-1,1 1 1,0-1-1,-1 0 1,1 0-1,0-1 1,-1 1-1,-10-2 1,2 0-6678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7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 24575,'-59'60'0,"-84"112"0,142-170 0,0-1 0,0 0 0,0 0 0,0 0 0,0 0 0,0 1 0,0-1 0,1 0 0,-1 1 0,0-1 0,1 1 0,-1-1 0,1 0 0,0 1 0,-1-1 0,1 1 0,0 0 0,0-1 0,0 1 0,0-1 0,0 1 0,0-1 0,1 1 0,-1-1 0,1 3 0,0-2 0,1-1 0,-1 0 0,1 0 0,-1 1 0,1-1 0,-1 0 0,1 0 0,0 0 0,0-1 0,-1 1 0,1 0 0,0-1 0,0 1 0,0-1 0,0 0 0,0 1 0,2-1 0,9 1 0,1-1 0,-1-1 0,1 0 0,23-4 0,34-9-1365,-56 12-5461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4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9 24575,'-9'0'0,"1"2"0,0-1 0,0 1 0,-1 0 0,1 1 0,1 0 0,-1 0 0,0 0 0,1 1 0,0 1 0,0-1 0,0 1 0,0 0 0,1 1 0,0-1 0,0 1 0,-9 12 0,9-11 0,0 1 0,0 0 0,1 0 0,0 0 0,1 1 0,0 0 0,0 0 0,1 0 0,0 0 0,0 0 0,1 1 0,0-1 0,1 1 0,0 0 0,1 10 0,0-18 0,1 1 0,-1-1 0,1 0 0,0 0 0,0-1 0,0 1 0,0 0 0,0 0 0,0 0 0,1-1 0,-1 1 0,0 0 0,1-1 0,0 1 0,-1-1 0,1 0 0,0 1 0,0-1 0,-1 0 0,1 0 0,0 0 0,0-1 0,0 1 0,0 0 0,0-1 0,0 1 0,1-1 0,-1 0 0,0 1 0,0-1 0,3 0 0,11 0 0,0 0 0,0 0 0,17-4 0,-23 3 0,-5 0 0,0 1 0,0-1 0,0-1 0,0 1 0,0-1 0,0 0 0,0 0 0,0 0 0,-1-1 0,1 0 0,-1 0 0,0 0 0,0 0 0,0-1 0,0 1 0,0-1 0,-1 0 0,0 0 0,0 0 0,0-1 0,0 1 0,3-9 0,2-7 0,-1 0 0,-1 0 0,-1 0 0,3-30 0,4-12 0,-7 54 0,-1 23 0,1 31 0,-5-42 0,1 9 14,0 1-1,1-1 0,1 1 0,0-1 1,1 0-1,0 0 0,1 0 1,10 20-1,-11-28-84,-1 0 1,1 0-1,0 0 0,1 0 0,-1 0 1,1-1-1,0 0 0,0 0 1,0 0-1,1-1 0,-1 0 0,1 0 1,0 0-1,0 0 0,0-1 1,0 0-1,0-1 0,0 1 0,0-1 1,11 1-1,-2-1-6755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0,-1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8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0,6 0 0,3 0 0,1 0 0,0 0 0,0 0 0,-1 0 0,-4 0-8191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6:5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24575,'3'0'0,"4"0"0,4 0 0,3 0 0,2 0 0,2 0 0,-3 0-8191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3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 0 24575,'-1'6'0,"-1"1"0,-1-1 0,1-1 0,-1 1 0,0 0 0,0-1 0,-1 1 0,1-1 0,-9 9 0,-3 6 0,3-2 0,8-13 0,0-1 0,0 1 0,0 0 0,1 1 0,0-1 0,0 0 0,1 1 0,-1 0 0,1 0 0,1 0 0,-3 9 0,5-14 3,-1 0 0,1 0 0,-1 1 0,1-1 0,0 0 0,-1 0 0,1 0 0,0 0 0,0-1 0,0 1 0,0 0 0,0 0 0,0 0 0,0-1 0,0 1 0,0 0 0,0-1 0,0 1 0,0-1 0,0 0-1,1 1 1,-1-1 0,0 0 0,0 0 0,1 1 0,-1-1 0,2 0 0,40 0-661,-36 0-132,10-1-6036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4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24575,'-2'10'0,"0"-1"0,0 0 0,-1 0 0,0-1 0,0 1 0,-1 0 0,0-1 0,-7 10 0,-6 16 0,2 0-119,-13 29-504,-30 98 0,54-141-6203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07:05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 24575,'3'0'0,"1"0"0,0 0 0,-1 0 0,1 1 0,0 0 0,-1-1 0,1 1 0,0 1 0,-1-1 0,0 0 0,1 1 0,-1 0 0,0 0 0,4 2 0,-5-2 0,0 0 0,-1 0 0,1 1 0,-1-1 0,1 0 0,-1 1 0,0-1 0,0 1 0,0-1 0,0 1 0,0-1 0,-1 1 0,1 0 0,-1-1 0,0 1 0,1 0 0,-1-1 0,-1 1 0,1 0 0,0-1 0,-1 1 0,1 0 0,-1-1 0,-1 4 0,1-3 5,0 0 1,0 0-1,-1 0 0,1 0 0,-1 0 1,1 0-1,-1-1 0,0 1 0,0 0 0,-1-1 1,1 0-1,0 1 0,-1-1 0,0 0 0,1 0 1,-1-1-1,0 1 0,0-1 0,-3 2 0,-7 2-265,0 0-1,0-2 1,-17 4-1,22-6-166,-7 2-6399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19.2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 24575,'-3'0'0,"1"1"0,-1 0 0,1-1 0,-1 1 0,1 0 0,0 1 0,-1-1 0,1 0 0,0 1 0,0-1 0,0 1 0,0 0 0,0 0 0,0-1 0,1 1 0,-1 0 0,-1 3 0,-26 40 0,28-42 0,-45 83 0,5 1 0,-41 122 0,66-152 0,2 1 0,2 0 0,3 0 0,3 1 0,1 96 0,6 337 0,9-402 0,-2-39 0,23 121 0,-16-97 0,0-8 0,4-1 0,26 65 0,65 110-1365,-105-231-5461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4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 24575,'-8'0'0,"0"0"0,-1 0 0,1 1 0,0 0 0,0 0 0,0 1 0,0 0 0,-13 6 0,18-7 0,0 1 0,0 0 0,1 0 0,-1 0 0,1 1 0,-1-1 0,1 1 0,0-1 0,0 1 0,0 0 0,0-1 0,0 1 0,1 0 0,-1 0 0,1 1 0,0-1 0,0 0 0,0 0 0,0 0 0,1 1 0,-1-1 0,1 0 0,0 1 0,0 3 0,0-3 0,0 0 0,0 1 0,0-1 0,0 1 0,1-1 0,0 1 0,0-1 0,0 0 0,0 1 0,1-1 0,-1 0 0,1 0 0,0 0 0,0 0 0,1-1 0,-1 1 0,6 5 0,-4-6 0,0 0 0,0 0 0,1 0 0,-1 0 0,1-1 0,0 0 0,-1 0 0,1 0 0,0-1 0,0 0 0,0 0 0,0 0 0,1 0 0,-1-1 0,6 0 0,-5 1 0,0-1 0,0 0 0,0 0 0,1-1 0,-1 0 0,0 0 0,0 0 0,0-1 0,7-2 0,-11 2 0,0 1 0,0-1 0,0 1 0,-1-1 0,1 0 0,-1 1 0,1-1 0,-1 0 0,1 0 0,-1 0 0,0 0 0,0 0 0,0-1 0,0 1 0,-1 0 0,1 0 0,0-1 0,-1 1 0,0 0 0,1-1 0,-1 1 0,0 0 0,0-1 0,0 1 0,-1-1 0,0-3 0,1 4 5,0 0 0,-1 1 0,1-1-1,0 0 1,-1 1 0,0-1 0,1 0 0,-1 1-1,0-1 1,1 1 0,-1-1 0,0 1 0,0 0-1,0-1 1,-1 1 0,1 0 0,0 0-1,0 0 1,-1 0 0,1 0 0,0 0 0,-1 0-1,1 0 1,-4-1 0,0 0-217,0 1 0,0 0 0,0 0-1,0 0 1,-1 1 0,-7-1 0,-3 2-6614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10:26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75 24575,'-50'-2'0,"35"1"0,0 0 0,-1 0 0,1 2 0,0 0 0,0 0 0,0 1 0,-18 6 0,30-7 0,1 0 0,-1 1 0,0-1 0,1 1 0,-1-1 0,1 1 0,0 0 0,0 0 0,0 0 0,0 0 0,0 1 0,0-1 0,0 1 0,1-1 0,-1 1 0,1-1 0,-2 5 0,1-1 0,0 0 0,1 0 0,0 0 0,0 0 0,0 0 0,1 0 0,0 1 0,1 6 0,0-2 0,1 0 0,0 0 0,0-1 0,1 1 0,1-1 0,0 0 0,0 0 0,1 0 0,8 13 0,-6-13 0,2 0 0,-1 0 0,1-1 0,0 0 0,1 0 0,0-1 0,0-1 0,1 0 0,12 6 0,-18-10 0,0-1 0,0 0 0,0 0 0,0-1 0,0 0 0,0 0 0,1 0 0,-1 0 0,0-1 0,0 0 0,1 0 0,-1 0 0,0-1 0,0 0 0,1 0 0,-1 0 0,0-1 0,0 1 0,0-1 0,0 0 0,-1-1 0,1 1 0,-1-1 0,7-4 0,5-6 0,0 0 0,-1-1 0,-1 0 0,0-1 0,-1-1 0,22-33 0,-28 37 0,0-1 0,-1 0 0,-1-1 0,0 1 0,-1-1 0,0 0 0,-1 0 0,-1 0 0,0-1 0,-1-22 0,0 33 0,-1 0 0,0 0 0,-1 1 0,1-1 0,0 0 0,-1 0 0,0 1 0,0-1 0,0 0 0,0 1 0,-1-1 0,1 1 0,-5-6 0,4 7 0,0 0 0,-1 0 0,1 1 0,-1-1 0,0 1 0,1-1 0,-1 1 0,0 0 0,0 0 0,0 1 0,0-1 0,0 0 0,1 1 0,-1 0 0,0 0 0,-1 0 0,-4 0 0,-119 4-1365,112-4-5461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0:50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4T06:21:29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D325A6-F241-40D7-BF9F-421B71D3CAAD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29CEC-7133-48FF-9097-1FF2E33271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09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29CEC-7133-48FF-9097-1FF2E33271C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689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0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4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4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9.png"/><Relationship Id="rId24" Type="http://schemas.openxmlformats.org/officeDocument/2006/relationships/customXml" Target="../ink/ink10.xml"/><Relationship Id="rId5" Type="http://schemas.openxmlformats.org/officeDocument/2006/relationships/image" Target="../media/image6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17.png"/><Relationship Id="rId30" Type="http://schemas.openxmlformats.org/officeDocument/2006/relationships/customXml" Target="../ink/ink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.xml"/><Relationship Id="rId18" Type="http://schemas.openxmlformats.org/officeDocument/2006/relationships/image" Target="../media/image31.png"/><Relationship Id="rId26" Type="http://schemas.openxmlformats.org/officeDocument/2006/relationships/image" Target="../media/image35.png"/><Relationship Id="rId39" Type="http://schemas.openxmlformats.org/officeDocument/2006/relationships/customXml" Target="../ink/ink31.xml"/><Relationship Id="rId21" Type="http://schemas.openxmlformats.org/officeDocument/2006/relationships/customXml" Target="../ink/ink22.xml"/><Relationship Id="rId34" Type="http://schemas.openxmlformats.org/officeDocument/2006/relationships/image" Target="../media/image39.png"/><Relationship Id="rId42" Type="http://schemas.openxmlformats.org/officeDocument/2006/relationships/image" Target="../media/image43.png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29" Type="http://schemas.openxmlformats.org/officeDocument/2006/relationships/customXml" Target="../ink/ink26.xml"/><Relationship Id="rId41" Type="http://schemas.openxmlformats.org/officeDocument/2006/relationships/customXml" Target="../ink/ink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customXml" Target="../ink/ink17.xml"/><Relationship Id="rId24" Type="http://schemas.openxmlformats.org/officeDocument/2006/relationships/image" Target="../media/image34.png"/><Relationship Id="rId32" Type="http://schemas.openxmlformats.org/officeDocument/2006/relationships/image" Target="../media/image38.png"/><Relationship Id="rId37" Type="http://schemas.openxmlformats.org/officeDocument/2006/relationships/customXml" Target="../ink/ink30.xml"/><Relationship Id="rId40" Type="http://schemas.openxmlformats.org/officeDocument/2006/relationships/image" Target="../media/image42.png"/><Relationship Id="rId5" Type="http://schemas.openxmlformats.org/officeDocument/2006/relationships/customXml" Target="../ink/ink14.xml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6.png"/><Relationship Id="rId36" Type="http://schemas.openxmlformats.org/officeDocument/2006/relationships/image" Target="../media/image40.png"/><Relationship Id="rId10" Type="http://schemas.openxmlformats.org/officeDocument/2006/relationships/image" Target="../media/image27.png"/><Relationship Id="rId19" Type="http://schemas.openxmlformats.org/officeDocument/2006/relationships/customXml" Target="../ink/ink21.xml"/><Relationship Id="rId31" Type="http://schemas.openxmlformats.org/officeDocument/2006/relationships/customXml" Target="../ink/ink27.xml"/><Relationship Id="rId4" Type="http://schemas.openxmlformats.org/officeDocument/2006/relationships/image" Target="../media/image23.png"/><Relationship Id="rId9" Type="http://schemas.openxmlformats.org/officeDocument/2006/relationships/customXml" Target="../ink/ink16.xml"/><Relationship Id="rId14" Type="http://schemas.openxmlformats.org/officeDocument/2006/relationships/image" Target="../media/image29.png"/><Relationship Id="rId22" Type="http://schemas.openxmlformats.org/officeDocument/2006/relationships/image" Target="../media/image33.png"/><Relationship Id="rId27" Type="http://schemas.openxmlformats.org/officeDocument/2006/relationships/customXml" Target="../ink/ink25.xml"/><Relationship Id="rId30" Type="http://schemas.openxmlformats.org/officeDocument/2006/relationships/image" Target="../media/image37.png"/><Relationship Id="rId35" Type="http://schemas.openxmlformats.org/officeDocument/2006/relationships/customXml" Target="../ink/ink29.xml"/><Relationship Id="rId43" Type="http://schemas.openxmlformats.org/officeDocument/2006/relationships/customXml" Target="../ink/ink33.xml"/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12" Type="http://schemas.openxmlformats.org/officeDocument/2006/relationships/image" Target="../media/image28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318931" y="0"/>
            <a:ext cx="7234222" cy="6015955"/>
            <a:chOff x="1293043" y="422568"/>
            <a:chExt cx="6574608" cy="6015955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0C277EC-D4C1-8F7B-EDF8-321393ACD511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687845" y="2333987"/>
              <a:chExt cx="4308091" cy="3614370"/>
            </a:xfrm>
            <a:solidFill>
              <a:schemeClr val="bg1"/>
            </a:solidFill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F82A151E-F2B6-CDD4-D1D6-BF0A40F34CD6}"/>
                  </a:ext>
                </a:extLst>
              </p:cNvPr>
              <p:cNvSpPr/>
              <p:nvPr/>
            </p:nvSpPr>
            <p:spPr>
              <a:xfrm>
                <a:off x="2916560" y="4594635"/>
                <a:ext cx="862607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222670D6-ED40-C32B-4B63-92C9AFADD985}"/>
                  </a:ext>
                </a:extLst>
              </p:cNvPr>
              <p:cNvSpPr/>
              <p:nvPr/>
            </p:nvSpPr>
            <p:spPr>
              <a:xfrm>
                <a:off x="1904213" y="4594635"/>
                <a:ext cx="862608" cy="543598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7" name="육각형 6">
                <a:extLst>
                  <a:ext uri="{FF2B5EF4-FFF2-40B4-BE49-F238E27FC236}">
                    <a16:creationId xmlns:a16="http://schemas.microsoft.com/office/drawing/2014/main" id="{74AAB669-6ADC-F7E9-C8B9-FE4A88A1547F}"/>
                  </a:ext>
                </a:extLst>
              </p:cNvPr>
              <p:cNvSpPr/>
              <p:nvPr/>
            </p:nvSpPr>
            <p:spPr>
              <a:xfrm rot="5400000">
                <a:off x="1828993" y="3153455"/>
                <a:ext cx="2025000" cy="2025000"/>
              </a:xfrm>
              <a:prstGeom prst="hexagon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E1125694-1BE9-AB05-E278-625ECA1D35DF}"/>
                  </a:ext>
                </a:extLst>
              </p:cNvPr>
              <p:cNvSpPr/>
              <p:nvPr/>
            </p:nvSpPr>
            <p:spPr>
              <a:xfrm rot="20011563">
                <a:off x="1967793" y="3310806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68DB6EF1-BFA0-789A-D6B0-722D2714D861}"/>
                  </a:ext>
                </a:extLst>
              </p:cNvPr>
              <p:cNvSpPr/>
              <p:nvPr/>
            </p:nvSpPr>
            <p:spPr>
              <a:xfrm rot="16200000">
                <a:off x="1424096" y="409837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0A102AC2-3907-B28E-1315-7B51D8252A03}"/>
                  </a:ext>
                </a:extLst>
              </p:cNvPr>
              <p:cNvSpPr/>
              <p:nvPr/>
            </p:nvSpPr>
            <p:spPr>
              <a:xfrm rot="1583793">
                <a:off x="3008452" y="3309710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670C2189-AC82-6E35-1D26-4589C6FB746D}"/>
                  </a:ext>
                </a:extLst>
              </p:cNvPr>
              <p:cNvSpPr/>
              <p:nvPr/>
            </p:nvSpPr>
            <p:spPr>
              <a:xfrm rot="10800000">
                <a:off x="1979126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B9767F94-2149-DF97-2F4A-9F3E89C90A66}"/>
                  </a:ext>
                </a:extLst>
              </p:cNvPr>
              <p:cNvSpPr/>
              <p:nvPr/>
            </p:nvSpPr>
            <p:spPr>
              <a:xfrm rot="10800000">
                <a:off x="2991473" y="5137988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CDBF8FD0-BAD6-36C2-25D8-5A75E69CFDB2}"/>
                  </a:ext>
                </a:extLst>
              </p:cNvPr>
              <p:cNvSpPr/>
              <p:nvPr/>
            </p:nvSpPr>
            <p:spPr>
              <a:xfrm>
                <a:off x="1904213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453FB89A-5CD9-0D93-C506-B0FA7F0FB979}"/>
                  </a:ext>
                </a:extLst>
              </p:cNvPr>
              <p:cNvSpPr/>
              <p:nvPr/>
            </p:nvSpPr>
            <p:spPr>
              <a:xfrm>
                <a:off x="2916560" y="5235271"/>
                <a:ext cx="862608" cy="619755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612BB1C5-4231-2662-6E5E-D9E3070E0E18}"/>
                  </a:ext>
                </a:extLst>
              </p:cNvPr>
              <p:cNvSpPr/>
              <p:nvPr/>
            </p:nvSpPr>
            <p:spPr>
              <a:xfrm rot="16200000">
                <a:off x="3546904" y="4098380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5822221A-D744-E44E-A5CB-AC1AC7328BC8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046C95BD-BB0D-8A3A-2810-6991BC84799D}"/>
                  </a:ext>
                </a:extLst>
              </p:cNvPr>
              <p:cNvSpPr/>
              <p:nvPr/>
            </p:nvSpPr>
            <p:spPr>
              <a:xfrm rot="20016713">
                <a:off x="1532665" y="2338583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FC859FB2-B793-19A1-0067-A99DEA40787F}"/>
                  </a:ext>
                </a:extLst>
              </p:cNvPr>
              <p:cNvSpPr/>
              <p:nvPr/>
            </p:nvSpPr>
            <p:spPr>
              <a:xfrm rot="1600827">
                <a:off x="3098846" y="2333987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 dirty="0"/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F22202E4-3BC9-DBBE-215D-0A3B518B4FEE}"/>
                  </a:ext>
                </a:extLst>
              </p:cNvPr>
              <p:cNvSpPr/>
              <p:nvPr/>
            </p:nvSpPr>
            <p:spPr>
              <a:xfrm>
                <a:off x="3951936" y="3625020"/>
                <a:ext cx="1044000" cy="1044000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/>
                <a:lightRig rig="threePt" dir="t"/>
              </a:scene3d>
              <a:sp3d prstMaterial="flat">
                <a:bevelT w="139700" h="139700" prst="divo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5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ADB1AB5D-D091-801B-A628-3FCDF27406FE}"/>
                  </a:ext>
                </a:extLst>
              </p:cNvPr>
              <p:cNvSpPr/>
              <p:nvPr/>
            </p:nvSpPr>
            <p:spPr>
              <a:xfrm rot="10800000">
                <a:off x="197912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5F3E81B-E064-A30C-3429-867EF6624261}"/>
                  </a:ext>
                </a:extLst>
              </p:cNvPr>
              <p:cNvSpPr/>
              <p:nvPr/>
            </p:nvSpPr>
            <p:spPr>
              <a:xfrm rot="10800000">
                <a:off x="2993985" y="5851075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184E9E63-FB97-9FA4-3A31-57EDEDD04FD0}"/>
                  </a:ext>
                </a:extLst>
              </p:cNvPr>
              <p:cNvSpPr/>
              <p:nvPr/>
            </p:nvSpPr>
            <p:spPr>
              <a:xfrm rot="16200000">
                <a:off x="1422005" y="409796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999A2466-858D-F305-DDC2-B2E5C1EE0967}"/>
                  </a:ext>
                </a:extLst>
              </p:cNvPr>
              <p:cNvSpPr/>
              <p:nvPr/>
            </p:nvSpPr>
            <p:spPr>
              <a:xfrm rot="1583793">
                <a:off x="3006361" y="3309294"/>
                <a:ext cx="704321" cy="9845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E277BBDA-DE5E-6F53-2535-80DE4A8B7469}"/>
                  </a:ext>
                </a:extLst>
              </p:cNvPr>
              <p:cNvSpPr/>
              <p:nvPr/>
            </p:nvSpPr>
            <p:spPr>
              <a:xfrm rot="10800000">
                <a:off x="1977035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D26DC1A1-07F4-693D-449D-DE12A6E0320E}"/>
                  </a:ext>
                </a:extLst>
              </p:cNvPr>
              <p:cNvSpPr/>
              <p:nvPr/>
            </p:nvSpPr>
            <p:spPr>
              <a:xfrm rot="10800000">
                <a:off x="2989382" y="5137572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5C7A4DD-009C-4FA8-F780-B473031C7474}"/>
                  </a:ext>
                </a:extLst>
              </p:cNvPr>
              <p:cNvSpPr/>
              <p:nvPr/>
            </p:nvSpPr>
            <p:spPr>
              <a:xfrm rot="16200000">
                <a:off x="3544813" y="4097964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 dirty="0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5D37F62F-5295-868E-8BE6-2E03262F7FEB}"/>
                  </a:ext>
                </a:extLst>
              </p:cNvPr>
              <p:cNvSpPr/>
              <p:nvPr/>
            </p:nvSpPr>
            <p:spPr>
              <a:xfrm rot="10800000">
                <a:off x="197703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88" name="직사각형 87">
                <a:extLst>
                  <a:ext uri="{FF2B5EF4-FFF2-40B4-BE49-F238E27FC236}">
                    <a16:creationId xmlns:a16="http://schemas.microsoft.com/office/drawing/2014/main" id="{FEE9F76B-333B-5341-BEA7-E359F4DFEF27}"/>
                  </a:ext>
                </a:extLst>
              </p:cNvPr>
              <p:cNvSpPr/>
              <p:nvPr/>
            </p:nvSpPr>
            <p:spPr>
              <a:xfrm rot="10800000">
                <a:off x="2991894" y="5850659"/>
                <a:ext cx="712781" cy="9728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  <a:scene3d>
                <a:camera prst="orthographicFront"/>
                <a:lightRig rig="threePt" dir="t"/>
              </a:scene3d>
              <a:sp3d>
                <a:bevelT w="1270000" h="101600" prst="angle"/>
                <a:bevelB w="1270000" h="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타원 1">
            <a:extLst>
              <a:ext uri="{FF2B5EF4-FFF2-40B4-BE49-F238E27FC236}">
                <a16:creationId xmlns:a16="http://schemas.microsoft.com/office/drawing/2014/main" id="{51C2B642-4BEA-27E4-C497-30AA9543B386}"/>
              </a:ext>
            </a:extLst>
          </p:cNvPr>
          <p:cNvSpPr/>
          <p:nvPr/>
        </p:nvSpPr>
        <p:spPr>
          <a:xfrm>
            <a:off x="9506139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  <a:alpha val="0"/>
              </a:schemeClr>
            </a:solidFill>
          </a:ln>
          <a:scene3d>
            <a:camera prst="orthographicFront"/>
            <a:lightRig rig="threePt" dir="t">
              <a:rot lat="0" lon="0" rev="2700000"/>
            </a:lightRig>
          </a:scene3d>
          <a:sp3d prstMaterial="softEdge">
            <a:bevelT w="114300" prst="hardEdg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EE1E3DA7-0339-AE44-2544-D3D5F885ACD6}"/>
              </a:ext>
            </a:extLst>
          </p:cNvPr>
          <p:cNvGrpSpPr/>
          <p:nvPr/>
        </p:nvGrpSpPr>
        <p:grpSpPr>
          <a:xfrm>
            <a:off x="8166816" y="4500651"/>
            <a:ext cx="768574" cy="67492"/>
            <a:chOff x="8166816" y="4500651"/>
            <a:chExt cx="768574" cy="67492"/>
          </a:xfrm>
        </p:grpSpPr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F6F2081D-45A7-C49E-9EBC-7DB0332C7588}"/>
                </a:ext>
              </a:extLst>
            </p:cNvPr>
            <p:cNvSpPr/>
            <p:nvPr/>
          </p:nvSpPr>
          <p:spPr>
            <a:xfrm rot="10800000">
              <a:off x="8745936" y="4500651"/>
              <a:ext cx="189454" cy="67492"/>
            </a:xfrm>
            <a:custGeom>
              <a:avLst/>
              <a:gdLst>
                <a:gd name="csX0" fmla="*/ 343891 w 419729"/>
                <a:gd name="csY0" fmla="*/ 67492 h 67492"/>
                <a:gd name="csX1" fmla="*/ 295791 w 419729"/>
                <a:gd name="csY1" fmla="*/ 67492 h 67492"/>
                <a:gd name="csX2" fmla="*/ 279198 w 419729"/>
                <a:gd name="csY2" fmla="*/ 67492 h 67492"/>
                <a:gd name="csX3" fmla="*/ 271040 w 419729"/>
                <a:gd name="csY3" fmla="*/ 67492 h 67492"/>
                <a:gd name="csX4" fmla="*/ 251237 w 419729"/>
                <a:gd name="csY4" fmla="*/ 67492 h 67492"/>
                <a:gd name="csX5" fmla="*/ 0 w 419729"/>
                <a:gd name="csY5" fmla="*/ 67492 h 67492"/>
                <a:gd name="csX6" fmla="*/ 0 w 419729"/>
                <a:gd name="csY6" fmla="*/ 59274 h 67492"/>
                <a:gd name="csX7" fmla="*/ 188727 w 419729"/>
                <a:gd name="csY7" fmla="*/ 59274 h 67492"/>
                <a:gd name="csX8" fmla="*/ 237623 w 419729"/>
                <a:gd name="csY8" fmla="*/ 33593 h 67492"/>
                <a:gd name="csX9" fmla="*/ 188727 w 419729"/>
                <a:gd name="csY9" fmla="*/ 7912 h 67492"/>
                <a:gd name="csX10" fmla="*/ 0 w 419729"/>
                <a:gd name="csY10" fmla="*/ 7912 h 67492"/>
                <a:gd name="csX11" fmla="*/ 0 w 419729"/>
                <a:gd name="csY11" fmla="*/ 0 h 67492"/>
                <a:gd name="csX12" fmla="*/ 251237 w 419729"/>
                <a:gd name="csY12" fmla="*/ 0 h 67492"/>
                <a:gd name="csX13" fmla="*/ 271040 w 419729"/>
                <a:gd name="csY13" fmla="*/ 0 h 67492"/>
                <a:gd name="csX14" fmla="*/ 279198 w 419729"/>
                <a:gd name="csY14" fmla="*/ 0 h 67492"/>
                <a:gd name="csX15" fmla="*/ 295791 w 419729"/>
                <a:gd name="csY15" fmla="*/ 0 h 67492"/>
                <a:gd name="csX16" fmla="*/ 343891 w 419729"/>
                <a:gd name="csY16" fmla="*/ 0 h 67492"/>
                <a:gd name="csX17" fmla="*/ 351329 w 419729"/>
                <a:gd name="csY17" fmla="*/ 7761 h 67492"/>
                <a:gd name="csX18" fmla="*/ 351329 w 419729"/>
                <a:gd name="csY18" fmla="*/ 2381 h 67492"/>
                <a:gd name="csX19" fmla="*/ 419729 w 419729"/>
                <a:gd name="csY19" fmla="*/ 32981 h 67492"/>
                <a:gd name="csX20" fmla="*/ 351329 w 419729"/>
                <a:gd name="csY20" fmla="*/ 63581 h 67492"/>
                <a:gd name="csX21" fmla="*/ 351329 w 419729"/>
                <a:gd name="csY21" fmla="*/ 59732 h 67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9729" h="67492">
                  <a:moveTo>
                    <a:pt x="343891" y="67492"/>
                  </a:moveTo>
                  <a:lnTo>
                    <a:pt x="295791" y="67492"/>
                  </a:lnTo>
                  <a:lnTo>
                    <a:pt x="279198" y="67492"/>
                  </a:lnTo>
                  <a:lnTo>
                    <a:pt x="271040" y="67492"/>
                  </a:lnTo>
                  <a:lnTo>
                    <a:pt x="251237" y="67492"/>
                  </a:lnTo>
                  <a:lnTo>
                    <a:pt x="0" y="67492"/>
                  </a:lnTo>
                  <a:lnTo>
                    <a:pt x="0" y="59274"/>
                  </a:lnTo>
                  <a:lnTo>
                    <a:pt x="188727" y="59274"/>
                  </a:lnTo>
                  <a:cubicBezTo>
                    <a:pt x="215742" y="59274"/>
                    <a:pt x="237623" y="47774"/>
                    <a:pt x="237623" y="33593"/>
                  </a:cubicBezTo>
                  <a:cubicBezTo>
                    <a:pt x="237623" y="19412"/>
                    <a:pt x="215742" y="7912"/>
                    <a:pt x="188727" y="7912"/>
                  </a:cubicBezTo>
                  <a:lnTo>
                    <a:pt x="0" y="7912"/>
                  </a:lnTo>
                  <a:lnTo>
                    <a:pt x="0" y="0"/>
                  </a:lnTo>
                  <a:lnTo>
                    <a:pt x="251237" y="0"/>
                  </a:lnTo>
                  <a:lnTo>
                    <a:pt x="271040" y="0"/>
                  </a:lnTo>
                  <a:lnTo>
                    <a:pt x="279198" y="0"/>
                  </a:lnTo>
                  <a:lnTo>
                    <a:pt x="295791" y="0"/>
                  </a:lnTo>
                  <a:lnTo>
                    <a:pt x="343891" y="0"/>
                  </a:lnTo>
                  <a:lnTo>
                    <a:pt x="351329" y="7761"/>
                  </a:lnTo>
                  <a:lnTo>
                    <a:pt x="351329" y="2381"/>
                  </a:lnTo>
                  <a:lnTo>
                    <a:pt x="419729" y="32981"/>
                  </a:lnTo>
                  <a:lnTo>
                    <a:pt x="351329" y="63581"/>
                  </a:lnTo>
                  <a:lnTo>
                    <a:pt x="351329" y="59732"/>
                  </a:lnTo>
                  <a:close/>
                </a:path>
              </a:pathLst>
            </a:custGeom>
            <a:solidFill>
              <a:srgbClr val="FFFFEB"/>
            </a:solidFill>
            <a:ln>
              <a:solidFill>
                <a:srgbClr val="FCFFDD"/>
              </a:solidFill>
            </a:ln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4951657-89B9-5298-58CA-09F30319D293}"/>
                </a:ext>
              </a:extLst>
            </p:cNvPr>
            <p:cNvSpPr/>
            <p:nvPr/>
          </p:nvSpPr>
          <p:spPr>
            <a:xfrm rot="10800000">
              <a:off x="8166816" y="4520875"/>
              <a:ext cx="579120" cy="29482"/>
            </a:xfrm>
            <a:prstGeom prst="rect">
              <a:avLst/>
            </a:prstGeom>
            <a:solidFill>
              <a:srgbClr val="F3F3F3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9640388-3062-B5C1-777D-932A7D87C3F4}"/>
                </a:ext>
              </a:extLst>
            </p:cNvPr>
            <p:cNvSpPr/>
            <p:nvPr/>
          </p:nvSpPr>
          <p:spPr>
            <a:xfrm rot="10800000">
              <a:off x="8685016" y="4532016"/>
              <a:ext cx="25200" cy="3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DF0B1B50-3627-E3F1-4F52-5B8771682AF2}"/>
              </a:ext>
            </a:extLst>
          </p:cNvPr>
          <p:cNvSpPr/>
          <p:nvPr/>
        </p:nvSpPr>
        <p:spPr>
          <a:xfrm rot="10800000">
            <a:off x="8166816" y="4836725"/>
            <a:ext cx="919639" cy="28800"/>
          </a:xfrm>
          <a:prstGeom prst="rect">
            <a:avLst/>
          </a:prstGeom>
          <a:solidFill>
            <a:srgbClr val="F3F3F3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육각형 90">
            <a:extLst>
              <a:ext uri="{FF2B5EF4-FFF2-40B4-BE49-F238E27FC236}">
                <a16:creationId xmlns:a16="http://schemas.microsoft.com/office/drawing/2014/main" id="{EA49EC0B-2B4B-1184-2907-41C2429EF1B9}"/>
              </a:ext>
            </a:extLst>
          </p:cNvPr>
          <p:cNvSpPr/>
          <p:nvPr/>
        </p:nvSpPr>
        <p:spPr>
          <a:xfrm rot="16200000">
            <a:off x="8238744" y="3584448"/>
            <a:ext cx="579120" cy="579600"/>
          </a:xfrm>
          <a:prstGeom prst="hexagon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육각형 93">
            <a:extLst>
              <a:ext uri="{FF2B5EF4-FFF2-40B4-BE49-F238E27FC236}">
                <a16:creationId xmlns:a16="http://schemas.microsoft.com/office/drawing/2014/main" id="{8C4717DD-28E1-3223-1AEF-5FCD4ADEE59E}"/>
              </a:ext>
            </a:extLst>
          </p:cNvPr>
          <p:cNvSpPr/>
          <p:nvPr/>
        </p:nvSpPr>
        <p:spPr>
          <a:xfrm>
            <a:off x="8166816" y="323911"/>
            <a:ext cx="3575402" cy="3082243"/>
          </a:xfrm>
          <a:prstGeom prst="hexagon">
            <a:avLst/>
          </a:prstGeom>
          <a:solidFill>
            <a:schemeClr val="bg1"/>
          </a:solidFill>
          <a:ln>
            <a:noFill/>
          </a:ln>
          <a:effectLst/>
          <a:scene3d>
            <a:camera prst="orthographicFront"/>
            <a:lightRig rig="threePt" dir="t"/>
          </a:scene3d>
          <a:sp3d prstMaterial="flat">
            <a:bevelT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CFA40EA3-36F3-7783-8735-C1AC976DFF01}"/>
              </a:ext>
            </a:extLst>
          </p:cNvPr>
          <p:cNvGrpSpPr/>
          <p:nvPr/>
        </p:nvGrpSpPr>
        <p:grpSpPr>
          <a:xfrm>
            <a:off x="929678" y="527818"/>
            <a:ext cx="6817236" cy="5482729"/>
            <a:chOff x="1065363" y="650215"/>
            <a:chExt cx="6817236" cy="5482729"/>
          </a:xfrm>
        </p:grpSpPr>
        <p:pic>
          <p:nvPicPr>
            <p:cNvPr id="4" name="그림 3" descr="원, 스케치, 도표, 그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E83A01-C357-A1D9-6BAA-0AAFE258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5363" y="650215"/>
              <a:ext cx="6817236" cy="5482729"/>
            </a:xfrm>
            <a:prstGeom prst="rect">
              <a:avLst/>
            </a:prstGeom>
          </p:spPr>
        </p:pic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3318C3F-4BB2-513D-2453-3417672F0AA4}"/>
                </a:ext>
              </a:extLst>
            </p:cNvPr>
            <p:cNvCxnSpPr/>
            <p:nvPr/>
          </p:nvCxnSpPr>
          <p:spPr>
            <a:xfrm flipH="1">
              <a:off x="2549236" y="1126836"/>
              <a:ext cx="1939637" cy="3140364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B7EF093-B86D-5732-979C-BFD5B9FA0458}"/>
                </a:ext>
              </a:extLst>
            </p:cNvPr>
            <p:cNvSpPr/>
            <p:nvPr/>
          </p:nvSpPr>
          <p:spPr>
            <a:xfrm>
              <a:off x="3574473" y="2392218"/>
              <a:ext cx="175491" cy="22167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B7418993-0B1A-40C4-D415-553E6C9F8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9236" y="4267200"/>
              <a:ext cx="4119419" cy="0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373D7E16-F167-50A3-1E1B-10E0B1CC9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1372" y="2687782"/>
              <a:ext cx="966992" cy="1505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4ECA2405-DC17-67BF-A74D-EFCB9FA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81372" y="4193310"/>
              <a:ext cx="17926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1130656-EBB6-053C-933E-6E509348C61B}"/>
                </a:ext>
              </a:extLst>
            </p:cNvPr>
            <p:cNvSpPr/>
            <p:nvPr/>
          </p:nvSpPr>
          <p:spPr>
            <a:xfrm>
              <a:off x="2730757" y="2059894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현재 끝점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012F1DB-E95E-AD99-70C3-2898006E1DB0}"/>
                </a:ext>
              </a:extLst>
            </p:cNvPr>
            <p:cNvSpPr/>
            <p:nvPr/>
          </p:nvSpPr>
          <p:spPr>
            <a:xfrm>
              <a:off x="4561726" y="4368921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목적지</a:t>
              </a: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00758B0-8B04-3533-7E49-A9273B88B0AD}"/>
                </a:ext>
              </a:extLst>
            </p:cNvPr>
            <p:cNvSpPr/>
            <p:nvPr/>
          </p:nvSpPr>
          <p:spPr>
            <a:xfrm>
              <a:off x="4473981" y="4147248"/>
              <a:ext cx="175491" cy="2216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585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C7937-E8C7-F2F6-6F9E-CF968FF9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94EE151-8DF0-8D84-6C1A-A9D987806175}"/>
              </a:ext>
            </a:extLst>
          </p:cNvPr>
          <p:cNvSpPr txBox="1"/>
          <p:nvPr/>
        </p:nvSpPr>
        <p:spPr>
          <a:xfrm>
            <a:off x="4036291" y="517236"/>
            <a:ext cx="7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(fold)</a:t>
            </a:r>
            <a:endParaRPr lang="ko-KR" altLang="en-US" dirty="0"/>
          </a:p>
        </p:txBody>
      </p:sp>
      <p:pic>
        <p:nvPicPr>
          <p:cNvPr id="16" name="그림 15" descr="렌치, 공구, 가정용 하드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AEE66B-6687-F084-A67B-BE4E854D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129" y="156257"/>
            <a:ext cx="3134162" cy="2629267"/>
          </a:xfrm>
          <a:prstGeom prst="rect">
            <a:avLst/>
          </a:prstGeom>
        </p:spPr>
      </p:pic>
      <p:pic>
        <p:nvPicPr>
          <p:cNvPr id="18" name="그림 17" descr="렌치, 공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C57588-AA47-E528-9D7A-81728887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61" b="15667"/>
          <a:stretch>
            <a:fillRect/>
          </a:stretch>
        </p:blipFill>
        <p:spPr>
          <a:xfrm>
            <a:off x="5417361" y="156257"/>
            <a:ext cx="3506184" cy="273953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DB42B-394F-BB20-D38C-1D9E0D799EBA}"/>
              </a:ext>
            </a:extLst>
          </p:cNvPr>
          <p:cNvSpPr txBox="1"/>
          <p:nvPr/>
        </p:nvSpPr>
        <p:spPr>
          <a:xfrm>
            <a:off x="8919896" y="526411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Unfold</a:t>
            </a:r>
          </a:p>
          <a:p>
            <a:endParaRPr lang="en-US" altLang="ko-KR" dirty="0"/>
          </a:p>
        </p:txBody>
      </p:sp>
      <p:pic>
        <p:nvPicPr>
          <p:cNvPr id="21" name="그림 20" descr="렌치, 가정용 하드웨어, 공구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421575-EEAC-5BBE-244B-88879D4F6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97" y="2962750"/>
            <a:ext cx="3048425" cy="287695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E34555B-CF9E-F56A-16B1-EA682960C102}"/>
              </a:ext>
            </a:extLst>
          </p:cNvPr>
          <p:cNvSpPr txBox="1"/>
          <p:nvPr/>
        </p:nvSpPr>
        <p:spPr>
          <a:xfrm>
            <a:off x="4023406" y="3059668"/>
            <a:ext cx="612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turn</a:t>
            </a:r>
            <a:endParaRPr lang="ko-KR" altLang="en-US" dirty="0"/>
          </a:p>
        </p:txBody>
      </p:sp>
      <p:pic>
        <p:nvPicPr>
          <p:cNvPr id="27" name="그림 26" descr="안전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D8B5CA-506A-E226-479E-28AA7023D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289" y="3143749"/>
            <a:ext cx="2905530" cy="25149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AF3033-DA69-FA92-67E3-265676FFE811}"/>
              </a:ext>
            </a:extLst>
          </p:cNvPr>
          <p:cNvSpPr txBox="1"/>
          <p:nvPr/>
        </p:nvSpPr>
        <p:spPr>
          <a:xfrm>
            <a:off x="8524170" y="3143749"/>
            <a:ext cx="57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row</a:t>
            </a:r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9CF23CF-A748-D0E4-4B2E-B8B549330012}"/>
              </a:ext>
            </a:extLst>
          </p:cNvPr>
          <p:cNvGrpSpPr/>
          <p:nvPr/>
        </p:nvGrpSpPr>
        <p:grpSpPr>
          <a:xfrm>
            <a:off x="2229207" y="1372036"/>
            <a:ext cx="1476720" cy="660600"/>
            <a:chOff x="2229207" y="1372036"/>
            <a:chExt cx="1476720" cy="6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14:cNvPr>
                <p14:cNvContentPartPr/>
                <p14:nvPr/>
              </p14:nvContentPartPr>
              <p14:xfrm>
                <a:off x="3083127" y="1372036"/>
                <a:ext cx="622800" cy="577800"/>
              </p14:xfrm>
            </p:contentPart>
          </mc:Choice>
          <mc:Fallback xmlns=""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77007" y="1365916"/>
                  <a:ext cx="63504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14:cNvPr>
                <p14:cNvContentPartPr/>
                <p14:nvPr/>
              </p14:nvContentPartPr>
              <p14:xfrm>
                <a:off x="2456367" y="1553116"/>
                <a:ext cx="708120" cy="4795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0247" y="1546996"/>
                  <a:ext cx="72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14:cNvPr>
                <p14:cNvContentPartPr/>
                <p14:nvPr/>
              </p14:nvContentPartPr>
              <p14:xfrm>
                <a:off x="2229207" y="1532596"/>
                <a:ext cx="263880" cy="32544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23087" y="1526476"/>
                  <a:ext cx="2761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14:cNvPr>
              <p14:cNvContentPartPr/>
              <p14:nvPr/>
            </p14:nvContentPartPr>
            <p14:xfrm>
              <a:off x="8458287" y="1502356"/>
              <a:ext cx="641880" cy="540000"/>
            </p14:xfrm>
          </p:contentPart>
        </mc:Choice>
        <mc:Fallback xmlns="">
          <p:pic>
            <p:nvPicPr>
              <p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52167" y="1496236"/>
                <a:ext cx="65412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그룹 41">
            <a:extLst>
              <a:ext uri="{FF2B5EF4-FFF2-40B4-BE49-F238E27FC236}">
                <a16:creationId xmlns:a16="http://schemas.microsoft.com/office/drawing/2014/main" id="{9660EEC2-A2C8-68E9-752E-D0B198920478}"/>
              </a:ext>
            </a:extLst>
          </p:cNvPr>
          <p:cNvGrpSpPr/>
          <p:nvPr/>
        </p:nvGrpSpPr>
        <p:grpSpPr>
          <a:xfrm rot="1002820">
            <a:off x="7874607" y="1672352"/>
            <a:ext cx="1019880" cy="326520"/>
            <a:chOff x="7899927" y="1816996"/>
            <a:chExt cx="10198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14:cNvPr>
                <p14:cNvContentPartPr/>
                <p14:nvPr/>
              </p14:nvContentPartPr>
              <p14:xfrm>
                <a:off x="8064087" y="1901956"/>
                <a:ext cx="855720" cy="241560"/>
              </p14:xfrm>
            </p:contentPart>
          </mc:Choice>
          <mc:Fallback xmlns=""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57967" y="1895836"/>
                  <a:ext cx="867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14:cNvPr>
                <p14:cNvContentPartPr/>
                <p14:nvPr/>
              </p14:nvContentPartPr>
              <p14:xfrm>
                <a:off x="7899927" y="1816996"/>
                <a:ext cx="210240" cy="224640"/>
              </p14:xfrm>
            </p:contentPart>
          </mc:Choice>
          <mc:Fallback xmlns=""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93807" y="1810876"/>
                  <a:ext cx="2224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14:cNvPr>
              <p14:cNvContentPartPr/>
              <p14:nvPr/>
            </p14:nvContentPartPr>
            <p14:xfrm>
              <a:off x="2862087" y="4516276"/>
              <a:ext cx="699120" cy="380880"/>
            </p14:xfrm>
          </p:contentPart>
        </mc:Choice>
        <mc:Fallback xmlns=""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55967" y="4510156"/>
                <a:ext cx="711360" cy="39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그룹 53">
            <a:extLst>
              <a:ext uri="{FF2B5EF4-FFF2-40B4-BE49-F238E27FC236}">
                <a16:creationId xmlns:a16="http://schemas.microsoft.com/office/drawing/2014/main" id="{E43CB5CD-B16E-7F77-A5BE-15574AD98CB3}"/>
              </a:ext>
            </a:extLst>
          </p:cNvPr>
          <p:cNvGrpSpPr/>
          <p:nvPr/>
        </p:nvGrpSpPr>
        <p:grpSpPr>
          <a:xfrm>
            <a:off x="2189247" y="4053676"/>
            <a:ext cx="775440" cy="795600"/>
            <a:chOff x="2189247" y="4053676"/>
            <a:chExt cx="775440" cy="79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14:cNvPr>
                <p14:cNvContentPartPr/>
                <p14:nvPr/>
              </p14:nvContentPartPr>
              <p14:xfrm>
                <a:off x="2418207" y="4218556"/>
                <a:ext cx="546480" cy="630720"/>
              </p14:xfrm>
            </p:contentPart>
          </mc:Choice>
          <mc:Fallback xmlns=""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12087" y="4212436"/>
                  <a:ext cx="5587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14:cNvPr>
                <p14:cNvContentPartPr/>
                <p14:nvPr/>
              </p14:nvContentPartPr>
              <p14:xfrm>
                <a:off x="2189247" y="4053676"/>
                <a:ext cx="369360" cy="374760"/>
              </p14:xfrm>
            </p:contentPart>
          </mc:Choice>
          <mc:Fallback xmlns=""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83127" y="4047556"/>
                  <a:ext cx="38160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E5801A7-C115-781B-82C2-0A8759E2EB99}"/>
              </a:ext>
            </a:extLst>
          </p:cNvPr>
          <p:cNvGrpSpPr/>
          <p:nvPr/>
        </p:nvGrpSpPr>
        <p:grpSpPr>
          <a:xfrm>
            <a:off x="5790687" y="4229356"/>
            <a:ext cx="1940040" cy="271080"/>
            <a:chOff x="5790687" y="4229356"/>
            <a:chExt cx="1940040" cy="2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14:cNvPr>
                <p14:cNvContentPartPr/>
                <p14:nvPr/>
              </p14:nvContentPartPr>
              <p14:xfrm>
                <a:off x="6928287" y="4293436"/>
                <a:ext cx="802440" cy="177120"/>
              </p14:xfrm>
            </p:contentPart>
          </mc:Choice>
          <mc:Fallback xmlns=""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22167" y="4287316"/>
                  <a:ext cx="814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14:cNvPr>
                <p14:cNvContentPartPr/>
                <p14:nvPr/>
              </p14:nvContentPartPr>
              <p14:xfrm>
                <a:off x="6148887" y="4302796"/>
                <a:ext cx="851400" cy="177120"/>
              </p14:xfrm>
            </p:contentPart>
          </mc:Choice>
          <mc:Fallback xmlns=""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42767" y="4296676"/>
                  <a:ext cx="863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14:cNvPr>
                <p14:cNvContentPartPr/>
                <p14:nvPr/>
              </p14:nvContentPartPr>
              <p14:xfrm>
                <a:off x="5790687" y="4229356"/>
                <a:ext cx="360360" cy="271080"/>
              </p14:xfrm>
            </p:contentPart>
          </mc:Choice>
          <mc:Fallback xmlns=""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84567" y="4223236"/>
                  <a:ext cx="37260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14:cNvPr>
              <p14:cNvContentPartPr/>
              <p14:nvPr/>
            </p14:nvContentPartPr>
            <p14:xfrm>
              <a:off x="9762567" y="4424116"/>
              <a:ext cx="360" cy="360"/>
            </p14:xfrm>
          </p:contentPart>
        </mc:Choice>
        <mc:Fallback xmlns=""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56447" y="4417996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17FA202-150D-C76A-03E5-DE1DF8E803F9}"/>
              </a:ext>
            </a:extLst>
          </p:cNvPr>
          <p:cNvCxnSpPr/>
          <p:nvPr/>
        </p:nvCxnSpPr>
        <p:spPr>
          <a:xfrm flipH="1">
            <a:off x="6742545" y="1372036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8436FA7-E387-653E-8C49-21AC559E7635}"/>
              </a:ext>
            </a:extLst>
          </p:cNvPr>
          <p:cNvCxnSpPr>
            <a:cxnSpLocks/>
          </p:cNvCxnSpPr>
          <p:nvPr/>
        </p:nvCxnSpPr>
        <p:spPr>
          <a:xfrm flipV="1">
            <a:off x="7017089" y="1714935"/>
            <a:ext cx="914985" cy="21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970C25-3A83-9224-14A9-56ADC7482041}"/>
              </a:ext>
            </a:extLst>
          </p:cNvPr>
          <p:cNvSpPr txBox="1"/>
          <p:nvPr/>
        </p:nvSpPr>
        <p:spPr>
          <a:xfrm>
            <a:off x="7001977" y="1017324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98B18-58AE-156E-7B2A-CFD28BE9B959}"/>
              </a:ext>
            </a:extLst>
          </p:cNvPr>
          <p:cNvSpPr txBox="1"/>
          <p:nvPr/>
        </p:nvSpPr>
        <p:spPr>
          <a:xfrm>
            <a:off x="7162800" y="145795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C8830A1B-105A-6B5B-876B-492548C148D5}"/>
              </a:ext>
            </a:extLst>
          </p:cNvPr>
          <p:cNvCxnSpPr/>
          <p:nvPr/>
        </p:nvCxnSpPr>
        <p:spPr>
          <a:xfrm flipH="1">
            <a:off x="6104114" y="4239551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C2E7462-AF99-348F-F40E-716D3D55BBAD}"/>
              </a:ext>
            </a:extLst>
          </p:cNvPr>
          <p:cNvCxnSpPr>
            <a:cxnSpLocks/>
          </p:cNvCxnSpPr>
          <p:nvPr/>
        </p:nvCxnSpPr>
        <p:spPr>
          <a:xfrm>
            <a:off x="6494963" y="3446910"/>
            <a:ext cx="834544" cy="260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1C457E7-95CD-AB44-E113-80A455A3A5E3}"/>
              </a:ext>
            </a:extLst>
          </p:cNvPr>
          <p:cNvSpPr txBox="1"/>
          <p:nvPr/>
        </p:nvSpPr>
        <p:spPr>
          <a:xfrm>
            <a:off x="6363546" y="3884839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A0C3E4-0DAE-E6E9-88BF-F79D0BC92BD2}"/>
              </a:ext>
            </a:extLst>
          </p:cNvPr>
          <p:cNvSpPr txBox="1"/>
          <p:nvPr/>
        </p:nvSpPr>
        <p:spPr>
          <a:xfrm>
            <a:off x="6784965" y="325714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876CD5-3896-B352-2E71-1F9F7AE2AD64}"/>
              </a:ext>
            </a:extLst>
          </p:cNvPr>
          <p:cNvSpPr txBox="1"/>
          <p:nvPr/>
        </p:nvSpPr>
        <p:spPr>
          <a:xfrm>
            <a:off x="3940412" y="5832907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이때 직선 </a:t>
            </a:r>
            <a:r>
              <a:rPr lang="en-US" altLang="ko-KR" dirty="0"/>
              <a:t>A = </a:t>
            </a:r>
            <a:r>
              <a:rPr lang="ko-KR" altLang="en-US" dirty="0"/>
              <a:t>직선 </a:t>
            </a:r>
            <a:r>
              <a:rPr lang="en-US" altLang="ko-KR" dirty="0"/>
              <a:t>B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69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4FD7E-EEC1-F153-0ADF-1641D9D3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원, 프레임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DE8BB-6414-F4D8-04AF-434CC42785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2183175">
            <a:off x="8982051" y="1073213"/>
            <a:ext cx="2429214" cy="2191056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08DCFC17-95C5-2852-8783-4201BB6CD622}"/>
              </a:ext>
            </a:extLst>
          </p:cNvPr>
          <p:cNvGrpSpPr/>
          <p:nvPr/>
        </p:nvGrpSpPr>
        <p:grpSpPr>
          <a:xfrm rot="2183175">
            <a:off x="9121776" y="901414"/>
            <a:ext cx="1507847" cy="2705326"/>
            <a:chOff x="7112000" y="2721038"/>
            <a:chExt cx="1507847" cy="2705326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BA237A1F-07EC-4E5E-88E2-39F725D1E769}"/>
                </a:ext>
              </a:extLst>
            </p:cNvPr>
            <p:cNvCxnSpPr>
              <a:cxnSpLocks/>
            </p:cNvCxnSpPr>
            <p:nvPr/>
          </p:nvCxnSpPr>
          <p:spPr>
            <a:xfrm>
              <a:off x="7578436" y="2721038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181F4435-A0D4-6817-A204-B1124192C009}"/>
                </a:ext>
              </a:extLst>
            </p:cNvPr>
            <p:cNvCxnSpPr>
              <a:cxnSpLocks/>
            </p:cNvCxnSpPr>
            <p:nvPr/>
          </p:nvCxnSpPr>
          <p:spPr>
            <a:xfrm>
              <a:off x="7112000" y="2827257"/>
              <a:ext cx="932872" cy="25991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762A6BD4-3E75-C513-B05E-0098412C6F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5418" y="3659910"/>
              <a:ext cx="944429" cy="72076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BA86AC2-EFE8-23D3-85D6-5BEE20557143}"/>
              </a:ext>
            </a:extLst>
          </p:cNvPr>
          <p:cNvCxnSpPr>
            <a:cxnSpLocks/>
          </p:cNvCxnSpPr>
          <p:nvPr/>
        </p:nvCxnSpPr>
        <p:spPr>
          <a:xfrm>
            <a:off x="9699879" y="1747227"/>
            <a:ext cx="1059304" cy="6309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그림 42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1160B1-DCDE-CC9C-4D0C-B47838B8E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149" y="80061"/>
            <a:ext cx="3162741" cy="1829055"/>
          </a:xfrm>
          <a:prstGeom prst="rect">
            <a:avLst/>
          </a:prstGeom>
        </p:spPr>
      </p:pic>
      <p:pic>
        <p:nvPicPr>
          <p:cNvPr id="45" name="그림 44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40D5B-781E-54BE-BF59-C57A4E3FA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622" y="3771217"/>
            <a:ext cx="3172268" cy="1867161"/>
          </a:xfrm>
          <a:prstGeom prst="rect">
            <a:avLst/>
          </a:prstGeom>
        </p:spPr>
      </p:pic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F73FB19-9338-B808-EA20-3BA5D9059EA0}"/>
              </a:ext>
            </a:extLst>
          </p:cNvPr>
          <p:cNvCxnSpPr/>
          <p:nvPr/>
        </p:nvCxnSpPr>
        <p:spPr>
          <a:xfrm>
            <a:off x="1607820" y="994588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6D674E9-CBFB-283D-C1CC-A0DD331AF135}"/>
              </a:ext>
            </a:extLst>
          </p:cNvPr>
          <p:cNvCxnSpPr/>
          <p:nvPr/>
        </p:nvCxnSpPr>
        <p:spPr>
          <a:xfrm>
            <a:off x="1505929" y="4658615"/>
            <a:ext cx="1356360" cy="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그림 48" descr="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84EF25-628E-D97F-C9FF-36B133467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73" y="1890062"/>
            <a:ext cx="3172268" cy="1867161"/>
          </a:xfrm>
          <a:prstGeom prst="rect">
            <a:avLst/>
          </a:prstGeom>
        </p:spPr>
      </p:pic>
      <p:pic>
        <p:nvPicPr>
          <p:cNvPr id="50" name="그림 49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6E4FBF-6C5C-FA38-CA20-6CF86C6C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1025980" y="1800327"/>
            <a:ext cx="3162741" cy="1829055"/>
          </a:xfrm>
          <a:prstGeom prst="rect">
            <a:avLst/>
          </a:prstGeom>
        </p:spPr>
      </p:pic>
      <p:sp>
        <p:nvSpPr>
          <p:cNvPr id="54" name="화살표: 오른쪽으로 구부러짐 53">
            <a:extLst>
              <a:ext uri="{FF2B5EF4-FFF2-40B4-BE49-F238E27FC236}">
                <a16:creationId xmlns:a16="http://schemas.microsoft.com/office/drawing/2014/main" id="{579B4FD0-90E9-418F-F344-4F68B8E38DC3}"/>
              </a:ext>
            </a:extLst>
          </p:cNvPr>
          <p:cNvSpPr/>
          <p:nvPr/>
        </p:nvSpPr>
        <p:spPr>
          <a:xfrm>
            <a:off x="3321324" y="2308954"/>
            <a:ext cx="360047" cy="920589"/>
          </a:xfrm>
          <a:prstGeom prst="curved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DE008A79-5573-5720-18A3-279C32CA5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2867" y="1961119"/>
            <a:ext cx="3362794" cy="1619476"/>
          </a:xfrm>
          <a:prstGeom prst="rect">
            <a:avLst/>
          </a:prstGeom>
        </p:spPr>
      </p:pic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38A53EA-F495-FEFC-D186-C7167F39DBBB}"/>
              </a:ext>
            </a:extLst>
          </p:cNvPr>
          <p:cNvCxnSpPr>
            <a:cxnSpLocks/>
          </p:cNvCxnSpPr>
          <p:nvPr/>
        </p:nvCxnSpPr>
        <p:spPr>
          <a:xfrm flipV="1">
            <a:off x="5310909" y="2317478"/>
            <a:ext cx="1409931" cy="481140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32D4DED5-8378-9E33-F5C0-6CCFB6BD8B1A}"/>
              </a:ext>
            </a:extLst>
          </p:cNvPr>
          <p:cNvCxnSpPr>
            <a:cxnSpLocks/>
          </p:cNvCxnSpPr>
          <p:nvPr/>
        </p:nvCxnSpPr>
        <p:spPr>
          <a:xfrm>
            <a:off x="5310909" y="2798618"/>
            <a:ext cx="1409931" cy="360218"/>
          </a:xfrm>
          <a:prstGeom prst="straightConnector1">
            <a:avLst/>
          </a:prstGeom>
          <a:ln w="4445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D64192DD-7B18-5D17-7724-929D95A08D9C}"/>
              </a:ext>
            </a:extLst>
          </p:cNvPr>
          <p:cNvSpPr/>
          <p:nvPr/>
        </p:nvSpPr>
        <p:spPr>
          <a:xfrm>
            <a:off x="4199627" y="2388118"/>
            <a:ext cx="663222" cy="8710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684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그림 303" descr="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F41DF6-3D5D-E810-CD14-63EE2580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866" y="3070757"/>
            <a:ext cx="3543795" cy="190526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34D4F617-3D3A-B963-4B6D-E12B72A78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687" y="1580119"/>
            <a:ext cx="3362794" cy="1619476"/>
          </a:xfrm>
          <a:prstGeom prst="rect">
            <a:avLst/>
          </a:prstGeom>
        </p:spPr>
      </p:pic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6E1E5FD-6836-D854-ADBD-8DE8DF8259E9}"/>
              </a:ext>
            </a:extLst>
          </p:cNvPr>
          <p:cNvCxnSpPr>
            <a:cxnSpLocks/>
          </p:cNvCxnSpPr>
          <p:nvPr/>
        </p:nvCxnSpPr>
        <p:spPr>
          <a:xfrm flipH="1">
            <a:off x="2066925" y="2066925"/>
            <a:ext cx="3676650" cy="13620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D700A4D-87B3-4A8A-3CA7-6CF64AF0A982}"/>
              </a:ext>
            </a:extLst>
          </p:cNvPr>
          <p:cNvCxnSpPr>
            <a:cxnSpLocks/>
          </p:cNvCxnSpPr>
          <p:nvPr/>
        </p:nvCxnSpPr>
        <p:spPr>
          <a:xfrm flipH="1" flipV="1">
            <a:off x="2066925" y="1438275"/>
            <a:ext cx="3871912" cy="128071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DE8596E-9A07-0EC5-0089-B9FB104E3159}"/>
              </a:ext>
            </a:extLst>
          </p:cNvPr>
          <p:cNvCxnSpPr/>
          <p:nvPr/>
        </p:nvCxnSpPr>
        <p:spPr>
          <a:xfrm flipH="1">
            <a:off x="600075" y="2389857"/>
            <a:ext cx="75057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851CCC1-E8BF-4801-AE81-909C895B576A}"/>
              </a:ext>
            </a:extLst>
          </p:cNvPr>
          <p:cNvCxnSpPr>
            <a:cxnSpLocks/>
          </p:cNvCxnSpPr>
          <p:nvPr/>
        </p:nvCxnSpPr>
        <p:spPr>
          <a:xfrm flipH="1">
            <a:off x="404813" y="1177889"/>
            <a:ext cx="5967412" cy="184153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CCBC2E2-E853-B3D1-B10A-BE39FE3166A2}"/>
              </a:ext>
            </a:extLst>
          </p:cNvPr>
          <p:cNvCxnSpPr>
            <a:cxnSpLocks/>
          </p:cNvCxnSpPr>
          <p:nvPr/>
        </p:nvCxnSpPr>
        <p:spPr>
          <a:xfrm flipH="1" flipV="1">
            <a:off x="-28575" y="1599282"/>
            <a:ext cx="6365650" cy="204879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14:cNvPr>
              <p14:cNvContentPartPr/>
              <p14:nvPr/>
            </p14:nvContentPartPr>
            <p14:xfrm>
              <a:off x="2184350" y="1538740"/>
              <a:ext cx="2743200" cy="836280"/>
            </p14:xfrm>
          </p:contentPart>
        </mc:Choice>
        <mc:Fallback>
          <p:pic>
            <p:nvPicPr>
              <p:cNvPr id="199" name="잉크 198">
                <a:extLst>
                  <a:ext uri="{FF2B5EF4-FFF2-40B4-BE49-F238E27FC236}">
                    <a16:creationId xmlns:a16="http://schemas.microsoft.com/office/drawing/2014/main" id="{0BACE521-74B2-0652-4F3D-2282AD2A578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66710" y="1503100"/>
                <a:ext cx="2778840" cy="90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14:cNvPr>
              <p14:cNvContentPartPr/>
              <p14:nvPr/>
            </p14:nvContentPartPr>
            <p14:xfrm>
              <a:off x="2355350" y="1495900"/>
              <a:ext cx="2880" cy="2880"/>
            </p14:xfrm>
          </p:contentPart>
        </mc:Choice>
        <mc:Fallback>
          <p:pic>
            <p:nvPicPr>
              <p:cNvPr id="200" name="잉크 199">
                <a:extLst>
                  <a:ext uri="{FF2B5EF4-FFF2-40B4-BE49-F238E27FC236}">
                    <a16:creationId xmlns:a16="http://schemas.microsoft.com/office/drawing/2014/main" id="{992F471D-B09C-779A-74FC-E5B554615A3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37710" y="1459900"/>
                <a:ext cx="385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14:cNvPr>
              <p14:cNvContentPartPr/>
              <p14:nvPr/>
            </p14:nvContentPartPr>
            <p14:xfrm>
              <a:off x="2184710" y="1476820"/>
              <a:ext cx="178560" cy="233640"/>
            </p14:xfrm>
          </p:contentPart>
        </mc:Choice>
        <mc:Fallback>
          <p:pic>
            <p:nvPicPr>
              <p:cNvPr id="201" name="잉크 200">
                <a:extLst>
                  <a:ext uri="{FF2B5EF4-FFF2-40B4-BE49-F238E27FC236}">
                    <a16:creationId xmlns:a16="http://schemas.microsoft.com/office/drawing/2014/main" id="{14ED6011-7261-95DB-6F0D-CFB3163177D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66710" y="1441180"/>
                <a:ext cx="21420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14:cNvPr>
              <p14:cNvContentPartPr/>
              <p14:nvPr/>
            </p14:nvContentPartPr>
            <p14:xfrm>
              <a:off x="3477470" y="1930060"/>
              <a:ext cx="19440" cy="121680"/>
            </p14:xfrm>
          </p:contentPart>
        </mc:Choice>
        <mc:Fallback>
          <p:pic>
            <p:nvPicPr>
              <p:cNvPr id="204" name="잉크 203">
                <a:extLst>
                  <a:ext uri="{FF2B5EF4-FFF2-40B4-BE49-F238E27FC236}">
                    <a16:creationId xmlns:a16="http://schemas.microsoft.com/office/drawing/2014/main" id="{01848DFB-FED6-621F-96B8-6CCF75AA763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1350" y="1923940"/>
                <a:ext cx="3168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14:cNvPr>
              <p14:cNvContentPartPr/>
              <p14:nvPr/>
            </p14:nvContentPartPr>
            <p14:xfrm>
              <a:off x="3325190" y="1968220"/>
              <a:ext cx="127440" cy="95760"/>
            </p14:xfrm>
          </p:contentPart>
        </mc:Choice>
        <mc:Fallback>
          <p:pic>
            <p:nvPicPr>
              <p:cNvPr id="211" name="잉크 210">
                <a:extLst>
                  <a:ext uri="{FF2B5EF4-FFF2-40B4-BE49-F238E27FC236}">
                    <a16:creationId xmlns:a16="http://schemas.microsoft.com/office/drawing/2014/main" id="{8593A100-572F-69D8-D426-BAE83F38806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319070" y="1962100"/>
                <a:ext cx="1396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14:cNvPr>
              <p14:cNvContentPartPr/>
              <p14:nvPr/>
            </p14:nvContentPartPr>
            <p14:xfrm>
              <a:off x="4589150" y="2266660"/>
              <a:ext cx="52920" cy="216720"/>
            </p14:xfrm>
          </p:contentPart>
        </mc:Choice>
        <mc:Fallback>
          <p:pic>
            <p:nvPicPr>
              <p:cNvPr id="212" name="잉크 211">
                <a:extLst>
                  <a:ext uri="{FF2B5EF4-FFF2-40B4-BE49-F238E27FC236}">
                    <a16:creationId xmlns:a16="http://schemas.microsoft.com/office/drawing/2014/main" id="{9B2A4DAB-C83B-3603-9F3F-A41B797E457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583030" y="2260540"/>
                <a:ext cx="651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14:cNvPr>
              <p14:cNvContentPartPr/>
              <p14:nvPr/>
            </p14:nvContentPartPr>
            <p14:xfrm>
              <a:off x="4464950" y="2298340"/>
              <a:ext cx="64440" cy="160560"/>
            </p14:xfrm>
          </p:contentPart>
        </mc:Choice>
        <mc:Fallback>
          <p:pic>
            <p:nvPicPr>
              <p:cNvPr id="214" name="잉크 213">
                <a:extLst>
                  <a:ext uri="{FF2B5EF4-FFF2-40B4-BE49-F238E27FC236}">
                    <a16:creationId xmlns:a16="http://schemas.microsoft.com/office/drawing/2014/main" id="{B5AAFD03-B8AB-DCE4-CDB7-E3260E622A7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458830" y="2292220"/>
                <a:ext cx="76680" cy="17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B17A97D9-B323-AEC6-FD25-08427FC342A6}"/>
              </a:ext>
            </a:extLst>
          </p:cNvPr>
          <p:cNvGrpSpPr/>
          <p:nvPr/>
        </p:nvGrpSpPr>
        <p:grpSpPr>
          <a:xfrm>
            <a:off x="3770510" y="1298620"/>
            <a:ext cx="299160" cy="119160"/>
            <a:chOff x="3770510" y="1298620"/>
            <a:chExt cx="299160" cy="11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14:cNvPr>
                <p14:cNvContentPartPr/>
                <p14:nvPr/>
              </p14:nvContentPartPr>
              <p14:xfrm>
                <a:off x="3770510" y="1314100"/>
                <a:ext cx="77400" cy="103680"/>
              </p14:xfrm>
            </p:contentPart>
          </mc:Choice>
          <mc:Fallback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2E8924B0-3E42-4B95-B6AA-A0A5C806849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764390" y="1307980"/>
                  <a:ext cx="89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14:cNvPr>
                <p14:cNvContentPartPr/>
                <p14:nvPr/>
              </p14:nvContentPartPr>
              <p14:xfrm>
                <a:off x="3897950" y="1298620"/>
                <a:ext cx="171720" cy="100440"/>
              </p14:xfrm>
            </p:contentPart>
          </mc:Choice>
          <mc:Fallback>
            <p:pic>
              <p:nvPicPr>
                <p:cNvPr id="216" name="잉크 215">
                  <a:extLst>
                    <a:ext uri="{FF2B5EF4-FFF2-40B4-BE49-F238E27FC236}">
                      <a16:creationId xmlns:a16="http://schemas.microsoft.com/office/drawing/2014/main" id="{4E840C67-B265-2CBC-FB1A-72892975B3A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891830" y="1292500"/>
                  <a:ext cx="1839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C150DD6B-711A-2CF3-A203-588BEBA55031}"/>
              </a:ext>
            </a:extLst>
          </p:cNvPr>
          <p:cNvGrpSpPr/>
          <p:nvPr/>
        </p:nvGrpSpPr>
        <p:grpSpPr>
          <a:xfrm>
            <a:off x="4197110" y="1339300"/>
            <a:ext cx="61920" cy="57600"/>
            <a:chOff x="4197110" y="1339300"/>
            <a:chExt cx="61920" cy="5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14:cNvPr>
                <p14:cNvContentPartPr/>
                <p14:nvPr/>
              </p14:nvContentPartPr>
              <p14:xfrm>
                <a:off x="4203590" y="1339300"/>
                <a:ext cx="17280" cy="360"/>
              </p14:xfrm>
            </p:contentPart>
          </mc:Choice>
          <mc:Fallback>
            <p:pic>
              <p:nvPicPr>
                <p:cNvPr id="227" name="잉크 226">
                  <a:extLst>
                    <a:ext uri="{FF2B5EF4-FFF2-40B4-BE49-F238E27FC236}">
                      <a16:creationId xmlns:a16="http://schemas.microsoft.com/office/drawing/2014/main" id="{98B291B6-1EC7-ED5D-E3F4-5C7CE465F5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97470" y="1333180"/>
                  <a:ext cx="29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14:cNvPr>
                <p14:cNvContentPartPr/>
                <p14:nvPr/>
              </p14:nvContentPartPr>
              <p14:xfrm>
                <a:off x="4197110" y="1396540"/>
                <a:ext cx="56520" cy="360"/>
              </p14:xfrm>
            </p:contentPart>
          </mc:Choice>
          <mc:Fallback>
            <p:pic>
              <p:nvPicPr>
                <p:cNvPr id="228" name="잉크 227">
                  <a:extLst>
                    <a:ext uri="{FF2B5EF4-FFF2-40B4-BE49-F238E27FC236}">
                      <a16:creationId xmlns:a16="http://schemas.microsoft.com/office/drawing/2014/main" id="{CBB58F76-F437-880D-672A-34BA3EBD0A6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90990" y="1390420"/>
                  <a:ext cx="68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14:cNvPr>
                <p14:cNvContentPartPr/>
                <p14:nvPr/>
              </p14:nvContentPartPr>
              <p14:xfrm>
                <a:off x="4228790" y="1339300"/>
                <a:ext cx="30240" cy="360"/>
              </p14:xfrm>
            </p:contentPart>
          </mc:Choice>
          <mc:Fallback>
            <p:pic>
              <p:nvPicPr>
                <p:cNvPr id="230" name="잉크 229">
                  <a:extLst>
                    <a:ext uri="{FF2B5EF4-FFF2-40B4-BE49-F238E27FC236}">
                      <a16:creationId xmlns:a16="http://schemas.microsoft.com/office/drawing/2014/main" id="{C9F4FF31-3F25-BB9A-EC13-60F628B6D7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22670" y="1333180"/>
                  <a:ext cx="4248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E53A5263-6BA2-94C5-D76B-5C4661695A6A}"/>
              </a:ext>
            </a:extLst>
          </p:cNvPr>
          <p:cNvGrpSpPr/>
          <p:nvPr/>
        </p:nvGrpSpPr>
        <p:grpSpPr>
          <a:xfrm>
            <a:off x="4370630" y="1288900"/>
            <a:ext cx="151920" cy="145080"/>
            <a:chOff x="4370630" y="1288900"/>
            <a:chExt cx="15192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14:cNvPr>
                <p14:cNvContentPartPr/>
                <p14:nvPr/>
              </p14:nvContentPartPr>
              <p14:xfrm>
                <a:off x="4370630" y="1320580"/>
                <a:ext cx="36360" cy="71280"/>
              </p14:xfrm>
            </p:contentPart>
          </mc:Choice>
          <mc:Fallback>
            <p:pic>
              <p:nvPicPr>
                <p:cNvPr id="235" name="잉크 234">
                  <a:extLst>
                    <a:ext uri="{FF2B5EF4-FFF2-40B4-BE49-F238E27FC236}">
                      <a16:creationId xmlns:a16="http://schemas.microsoft.com/office/drawing/2014/main" id="{C3390692-8063-E85D-BEEA-9497C024A26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64510" y="1314460"/>
                  <a:ext cx="48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14:cNvPr>
                <p14:cNvContentPartPr/>
                <p14:nvPr/>
              </p14:nvContentPartPr>
              <p14:xfrm>
                <a:off x="4464590" y="1288900"/>
                <a:ext cx="56520" cy="144360"/>
              </p14:xfrm>
            </p:contentPart>
          </mc:Choice>
          <mc:Fallback>
            <p:pic>
              <p:nvPicPr>
                <p:cNvPr id="236" name="잉크 235">
                  <a:extLst>
                    <a:ext uri="{FF2B5EF4-FFF2-40B4-BE49-F238E27FC236}">
                      <a16:creationId xmlns:a16="http://schemas.microsoft.com/office/drawing/2014/main" id="{A185BB60-517C-7882-D03F-44CAC4F6B4E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58470" y="1282780"/>
                  <a:ext cx="68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14:cNvPr>
                <p14:cNvContentPartPr/>
                <p14:nvPr/>
              </p14:nvContentPartPr>
              <p14:xfrm>
                <a:off x="4471070" y="1377460"/>
                <a:ext cx="51480" cy="56520"/>
              </p14:xfrm>
            </p:contentPart>
          </mc:Choice>
          <mc:Fallback>
            <p:pic>
              <p:nvPicPr>
                <p:cNvPr id="238" name="잉크 237">
                  <a:extLst>
                    <a:ext uri="{FF2B5EF4-FFF2-40B4-BE49-F238E27FC236}">
                      <a16:creationId xmlns:a16="http://schemas.microsoft.com/office/drawing/2014/main" id="{FE8BCDB4-E247-C402-3EB9-44CDD186F6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64950" y="1371340"/>
                  <a:ext cx="63720" cy="6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14:cNvPr>
              <p14:cNvContentPartPr/>
              <p14:nvPr/>
            </p14:nvContentPartPr>
            <p14:xfrm>
              <a:off x="2349230" y="1580860"/>
              <a:ext cx="108360" cy="827280"/>
            </p14:xfrm>
          </p:contentPart>
        </mc:Choice>
        <mc:Fallback>
          <p:pic>
            <p:nvPicPr>
              <p:cNvPr id="261" name="잉크 260">
                <a:extLst>
                  <a:ext uri="{FF2B5EF4-FFF2-40B4-BE49-F238E27FC236}">
                    <a16:creationId xmlns:a16="http://schemas.microsoft.com/office/drawing/2014/main" id="{EBC844F6-28D7-7A04-4C1A-14978A93E097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343110" y="1574740"/>
                <a:ext cx="120600" cy="83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14:cNvPr>
              <p14:cNvContentPartPr/>
              <p14:nvPr/>
            </p14:nvContentPartPr>
            <p14:xfrm>
              <a:off x="2424110" y="1548820"/>
              <a:ext cx="73080" cy="71280"/>
            </p14:xfrm>
          </p:contentPart>
        </mc:Choice>
        <mc:Fallback>
          <p:pic>
            <p:nvPicPr>
              <p:cNvPr id="262" name="잉크 261">
                <a:extLst>
                  <a:ext uri="{FF2B5EF4-FFF2-40B4-BE49-F238E27FC236}">
                    <a16:creationId xmlns:a16="http://schemas.microsoft.com/office/drawing/2014/main" id="{149FC95F-7C56-5C49-D3AF-EED02B436C3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417990" y="1542700"/>
                <a:ext cx="85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14:cNvPr>
              <p14:cNvContentPartPr/>
              <p14:nvPr/>
            </p14:nvContentPartPr>
            <p14:xfrm>
              <a:off x="2372630" y="2309500"/>
              <a:ext cx="162000" cy="147240"/>
            </p14:xfrm>
          </p:contentPart>
        </mc:Choice>
        <mc:Fallback>
          <p:pic>
            <p:nvPicPr>
              <p:cNvPr id="263" name="잉크 262">
                <a:extLst>
                  <a:ext uri="{FF2B5EF4-FFF2-40B4-BE49-F238E27FC236}">
                    <a16:creationId xmlns:a16="http://schemas.microsoft.com/office/drawing/2014/main" id="{4E3D2119-9AA1-61C2-AF47-B96014F6700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366510" y="2303380"/>
                <a:ext cx="17424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14:cNvPr>
              <p14:cNvContentPartPr/>
              <p14:nvPr/>
            </p14:nvContentPartPr>
            <p14:xfrm>
              <a:off x="399830" y="3631780"/>
              <a:ext cx="360" cy="360"/>
            </p14:xfrm>
          </p:contentPart>
        </mc:Choice>
        <mc:Fallback>
          <p:pic>
            <p:nvPicPr>
              <p:cNvPr id="273" name="잉크 272">
                <a:extLst>
                  <a:ext uri="{FF2B5EF4-FFF2-40B4-BE49-F238E27FC236}">
                    <a16:creationId xmlns:a16="http://schemas.microsoft.com/office/drawing/2014/main" id="{9644CA91-859A-E8C6-FD0B-3FEC0217431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93710" y="36256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14:cNvPr>
              <p14:cNvContentPartPr/>
              <p14:nvPr/>
            </p14:nvContentPartPr>
            <p14:xfrm>
              <a:off x="3244550" y="4203340"/>
              <a:ext cx="360" cy="360"/>
            </p14:xfrm>
          </p:contentPart>
        </mc:Choice>
        <mc:Fallback>
          <p:pic>
            <p:nvPicPr>
              <p:cNvPr id="291" name="잉크 290">
                <a:extLst>
                  <a:ext uri="{FF2B5EF4-FFF2-40B4-BE49-F238E27FC236}">
                    <a16:creationId xmlns:a16="http://schemas.microsoft.com/office/drawing/2014/main" id="{2818C01E-ECBB-B9C1-3556-1E7AF60AF0A7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238430" y="419722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24" name="타원 323">
            <a:extLst>
              <a:ext uri="{FF2B5EF4-FFF2-40B4-BE49-F238E27FC236}">
                <a16:creationId xmlns:a16="http://schemas.microsoft.com/office/drawing/2014/main" id="{3E6485FF-0025-B2D9-D247-986ED7BA848F}"/>
              </a:ext>
            </a:extLst>
          </p:cNvPr>
          <p:cNvSpPr/>
          <p:nvPr/>
        </p:nvSpPr>
        <p:spPr>
          <a:xfrm>
            <a:off x="3011550" y="2336140"/>
            <a:ext cx="64440" cy="1083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2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1540</TotalTime>
  <Words>72</Words>
  <Application>Microsoft Office PowerPoint</Application>
  <PresentationFormat>와이드스크린</PresentationFormat>
  <Paragraphs>24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118</cp:revision>
  <dcterms:created xsi:type="dcterms:W3CDTF">2026-01-09T09:00:17Z</dcterms:created>
  <dcterms:modified xsi:type="dcterms:W3CDTF">2026-01-14T07:19:06Z</dcterms:modified>
</cp:coreProperties>
</file>