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4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F3F3"/>
    <a:srgbClr val="FFFFFF"/>
    <a:srgbClr val="FCFFDD"/>
    <a:srgbClr val="FFFFEB"/>
    <a:srgbClr val="FFFF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118" autoAdjust="0"/>
  </p:normalViewPr>
  <p:slideViewPr>
    <p:cSldViewPr snapToGrid="0">
      <p:cViewPr>
        <p:scale>
          <a:sx n="200" d="100"/>
          <a:sy n="200" d="100"/>
        </p:scale>
        <p:origin x="-7212" y="-20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3T05:52:16.2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1262 11 24575,'-2'5'0,"0"0"0,-1 0 0,1-1 0,-1 1 0,0 0 0,-1-1 0,1 0 0,-1 0 0,0 0 0,0 0 0,0-1 0,-6 5 0,-8 8 0,-109 138 0,85-98 0,-64 64 0,-18 14 0,60-64 0,-4-3 0,-132 100 0,51-46 0,73-59 0,-65 61 0,119-101 0,16-17 0,-1 0 0,1 1 0,1 0 0,-1 0 0,1 0 0,0 1 0,0 0 0,1 0 0,0 0 0,0 0 0,1 1 0,0 0 0,0 0 0,0-1 0,1 1 0,1 1 0,-2 11 0,2-12 0,1 1 0,-1 0 0,2 0 0,-1 0 0,1 0 0,1 0 0,0 0 0,0-1 0,0 1 0,1-1 0,1 1 0,-1-1 0,1 0 0,1 0 0,0-1 0,0 1 0,0-1 0,1 0 0,0 0 0,0-1 0,0 0 0,1 0 0,0 0 0,0-1 0,16 8 0,5 1 0,1-2 0,1-1 0,0-1 0,1-2 0,0-1 0,0-1 0,0-2 0,58 1 0,-60-6 0,-13 2 0,0-1 0,0 0 0,0-1 0,0-1 0,0-1 0,-1 0 0,1-1 0,-1 0 0,25-12 0,8-11 0,-2-2 0,-1-2 0,-1-2 0,75-76 0,-77 61 0,68-106 0,-108 152 0,52-76 0,-24 37 0,-2 0 0,31-63 0,-23 33 0,12-28 0,-29 59 0,37-62 0,9-16 0,25-60 0,15-32 0,-85 170-1365,-9 24-5461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3T05:52:18.9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1720 739 24575,'-13'-10'0,"0"0"0,-1 1 0,-1 0 0,1 2 0,-23-10 0,-14-7 0,-640-342 0,456 266 0,35 18 0,165 67 0,-60-17 0,-13-5 0,99 33 0,1 1 0,-1 0 0,0 0 0,0 1 0,0 0 0,-1 0 0,1 1 0,0 0 0,-13 1 0,18 1 0,1-1 0,0 1 0,0 0 0,-1 0 0,1 0 0,0 0 0,0 1 0,0-1 0,0 1 0,0 0 0,1 0 0,-1 0 0,0 0 0,1 0 0,0 1 0,-1-1 0,1 1 0,0-1 0,0 1 0,0 0 0,1 0 0,-1 0 0,1 0 0,0 0 0,-1 0 0,1 0 0,1 0 0,-1 1 0,0 3 0,-11 63 0,4 0 0,2 1 0,5 82 0,1-128 0,0 0 0,2 1 0,5 25 0,-4-41 0,0-1 0,0 1 0,1 0 0,0-1 0,1 1 0,0-1 0,0-1 0,1 1 0,0-1 0,9 10 0,16 11 0,0-1 0,2-1 0,66 41 0,26 9 0,85 58 0,-174-114 0,0-1 0,1-1 0,45 14 0,-74-29 0,197 68 0,-60-15 0,-120-48 0,1-1 0,0-1 0,0-1 0,1-1 0,0-2 0,0 0 0,31-2 0,17 3 0,-4 8 0,12 0 0,-62-11 0,0-1 0,0-1 0,0-1 0,22-5 0,-33 5 0,0-2 0,0 1 0,0-1 0,0-1 0,-1 1 0,0-2 0,0 1 0,0-1 0,15-15 0,-6 5-118,3-2-298,-1-1 1,21-28-1,-29 31-6410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3T05:52:21.2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683 207 24575,'0'-5'0,"-1"0"0,0 1 0,0-1 0,0 1 0,-1-1 0,1 1 0,-1 0 0,0 0 0,-1 0 0,1 0 0,-1 0 0,1 0 0,-1 0 0,0 1 0,-1-1 0,1 1 0,0 0 0,-1 0 0,0 1 0,0-1 0,0 1 0,-5-3 0,-14-7 0,0 1 0,-47-14 0,43 16 0,-15-6 0,0 3 0,-1 1 0,-1 2 0,-69-5 0,109 13 0,0 1 0,-1 0 0,1 0 0,-1 1 0,1-1 0,0 1 0,0 0 0,-1 0 0,1 0 0,0 0 0,0 1 0,0 0 0,0 0 0,0 0 0,0 0 0,-6 6 0,7-4 0,0-1 0,0 1 0,0 0 0,1 0 0,0 1 0,-1-1 0,2 0 0,-1 1 0,0-1 0,1 1 0,0 0 0,0-1 0,0 1 0,1 0 0,-1 6 0,0 9 0,0 0 0,1 0 0,1 0 0,1 0 0,5 23 0,-6-38 0,1 0 0,-1 0 0,1 0 0,0 0 0,1-1 0,-1 1 0,1-1 0,0 0 0,0 0 0,0 0 0,0 0 0,1 0 0,-1-1 0,1 1 0,0-1 0,0 0 0,1 0 0,-1-1 0,1 1 0,-1-1 0,1 0 0,0 0 0,-1 0 0,1-1 0,8 2 0,-3-2 0,1 2 0,0 0 0,-1 0 0,1 1 0,-1 0 0,0 1 0,0 0 0,9 6 0,-15-7 0,1 0 0,-1 0 0,1 0 0,-1 1 0,-1-1 0,1 1 0,-1 0 0,1 0 0,-1 0 0,-1 0 0,1 1 0,-1-1 0,0 1 0,0 0 0,0 0 0,0 9 0,1 0 0,-1 0 0,-1 0 0,-1 0 0,0 0 0,-1 0 0,0 0 0,-6 24 0,6-35 0,0 1 0,-1-1 0,0 1 0,1-1 0,-2 0 0,1 0 0,0 0 0,-1 0 0,0 0 0,0 0 0,0-1 0,0 1 0,0-1 0,-1 0 0,1 0 0,-1 0 0,0 0 0,0-1 0,0 0 0,-1 1 0,1-1 0,0-1 0,-1 1 0,1-1 0,-1 0 0,1 0 0,-9 1 0,-93-2 0,6-1 0,98 1 0,1 0 0,-1 0 0,0 0 0,1 0 0,-1 0 0,0 0 0,1 1 0,-1-1 0,0 1 0,1-1 0,-1 1 0,1-1 0,-1 1 0,1 0 0,-1 0 0,1 0 0,-1 0 0,1 0 0,0 0 0,0 0 0,-1 0 0,1 1 0,0-1 0,0 0 0,0 1 0,-1 1 0,2 0 0,0-1 0,0 0 0,0 1 0,0-1 0,0 0 0,1 0 0,-1 1 0,1-1 0,0 0 0,-1 0 0,1 1 0,0-1 0,0 0 0,0 0 0,1 0 0,1 2 0,6 9 0,1-1 0,1-1 0,0 1 0,18 13 0,-19-18 0,0-1 0,-1 0 0,2-1 0,-1 0 0,1-1 0,-1 0 0,20 4 0,82 9 0,-83-13 0,25 1 0,0-2 0,95-8 0,-142 5-65,1-1 0,0 0 0,0-1 0,-1 0 0,1 0 0,-1-1 0,1 1 0,-1-2 0,0 1 0,0-1 0,-1 0 0,1 0 0,-1-1 0,0 0 0,0 0 0,0-1 0,-1 1 0,0-1 0,0 0 0,4-7 0,-1-4-6761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3T05:52:30.7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442 85 24575,'1'5'0,"0"0"0,0-1 0,0 1 0,1 0 0,-1-1 0,1 1 0,0-1 0,1 1 0,-1-1 0,1 0 0,0 0 0,6 6 0,43 44 0,-50-53 0,28 27 0,2-1 0,0-2 0,2-1 0,1-2 0,50 24 0,19 7 0,123 86 0,-198-120 0,70 41 0,-51-33 0,-1 3 0,46 38 0,28 21 0,-93-71 0,0 1 0,-2 1 0,0 1 0,-2 1 0,0 2 0,32 40 0,-52-57 0,0 1 0,0-1 0,-1 1 0,0 0 0,-1 0 0,1 0 0,-1 0 0,-1 0 0,0 1 0,0 8 0,-4 93 0,0-47 0,3-58 0,0 1 0,0-1 0,0 0 0,-1 0 0,1 1 0,-1-1 0,0 0 0,-1 0 0,1 0 0,-1 0 0,0 0 0,-1-1 0,1 1 0,-1 0 0,0-1 0,0 0 0,0 1 0,0-1 0,-1-1 0,0 1 0,1 0 0,-1-1 0,-1 0 0,1 0 0,0 0 0,-1 0 0,0-1 0,-8 3 0,-31 9 0,-2-2 0,0-2 0,0-2 0,-1-2 0,1-2 0,-1-2 0,-67-7 0,102 4 0,-1-2 0,1 0 0,0 0 0,0-1 0,0 0 0,0-1 0,1-1 0,-14-8 0,-88-65 0,45 28 0,-32-30 0,29 22 0,19 14 0,2-2 0,-57-69 0,-3-3 0,-77-82 0,46 12 0,124 169 0,2 0 0,0-1 0,1-1 0,1 0 0,0-1 0,2 0 0,1-1 0,-7-27 0,12 32-136,2 0-1,0 0 1,1-1-1,1 1 1,1 0-1,1-1 1,0 1-1,2 0 0,6-29 1,-3 31-6690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3T05:52:44.1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2050 233 24575,'-9'-6'0,"0"1"0,0 0 0,0 1 0,-1 0 0,1 1 0,-1-1 0,0 2 0,0 0 0,-13-2 0,6 1 0,-362-60 0,188 37 0,131 17 0,-102-31 0,117 27 0,0 1 0,-1 2 0,0 3 0,-62-3 0,-508 11 0,607-1 0,1 1 0,-1 1 0,1-1 0,-1 1 0,1 0 0,0 1 0,0 0 0,0 1 0,0-1 0,1 1 0,0 1 0,-1-1 0,1 1 0,1 1 0,-1-1 0,-8 11 0,4-5 0,1 1 0,1 1 0,0 0 0,1 0 0,0 1 0,1 0 0,0 0 0,-5 20 0,10-31 0,1 1 0,0-1 0,1 1 0,-1 0 0,1-1 0,-1 1 0,1 0 0,0 0 0,0-1 0,1 1 0,-1 0 0,1 0 0,0-1 0,0 1 0,0 0 0,0-1 0,1 0 0,-1 1 0,1-1 0,0 0 0,0 1 0,0-1 0,1 0 0,-1-1 0,1 1 0,-1 0 0,1-1 0,0 1 0,0-1 0,0 0 0,6 3 0,9 5 0,1-2 0,1 0 0,-1-1 0,35 8 0,-13-4 0,252 71 0,-253-74 0,43 2 0,-16-2 0,93 2 0,-114-10 0,1 3 0,49 9 0,-56-6 0,76 1 0,-74-6 0,68 10 0,300 68 0,-380-73 0,145 24 0,-97-20 0,-35-3 0,68 1 0,-104-8 0,5 1 0,-1-1 0,1-1 0,-1 0 0,1-1 0,21-5 0,-29 6 0,-1-1 0,0 0 0,0 1 0,0-1 0,0 0 0,0 0 0,0-1 0,-1 1 0,1-1 0,-1 1 0,1-1 0,-1 0 0,0 0 0,0 0 0,0 0 0,-1 0 0,1 0 0,-1 0 0,1-1 0,-1 1 0,0-1 0,-1 1 0,2-8 0,12-51-1365,-9 45-5461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3T05:52:46.5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582 315 24575,'0'-18'0,"1"1"0,-1 1 0,-1-1 0,-1 0 0,-5-23 0,5 34 0,0 0 0,0 0 0,-1 1 0,1-1 0,-1 1 0,-1 0 0,1 0 0,-1 0 0,0 0 0,0 0 0,-1 1 0,1 0 0,-1 0 0,0 0 0,-9-5 0,-19-9 0,-1 2 0,-1 2 0,0 0 0,-72-15 0,90 25 0,1 0 0,-1 2 0,1 0 0,-1 0 0,0 2 0,1 0 0,-1 1 0,0 1 0,-24 5 0,36-5 0,1 0 0,-1 1 0,0 0 0,1-1 0,0 2 0,-1-1 0,1 0 0,0 1 0,1 0 0,-1 0 0,1 0 0,0 0 0,0 1 0,-4 5 0,6-7 0,0-1 0,-1 1 0,1-1 0,0 1 0,1-1 0,-1 1 0,0 0 0,1-1 0,-1 1 0,1 0 0,0-1 0,0 1 0,0 0 0,0-1 0,1 1 0,-1 0 0,1-1 0,-1 1 0,1 0 0,0-1 0,0 1 0,0-1 0,1 1 0,-1-1 0,0 0 0,1 1 0,0-1 0,3 4 0,2-1 0,1 1 0,0-2 0,0 1 0,0-1 0,0 0 0,1 0 0,-1-1 0,1 0 0,0-1 0,0 0 0,15 1 0,-13-1 0,1 0 0,0 1 0,-1 0 0,1 1 0,12 6 0,-20-7 0,0-1 0,0 1 0,-1 0 0,1 0 0,0 0 0,-1 1 0,0-1 0,0 1 0,0 0 0,0 0 0,0 0 0,-1 0 0,0 0 0,0 1 0,0-1 0,0 1 0,1 5 0,-2-6 0,0 0 0,0 0 0,0 0 0,0 1 0,0-1 0,-1 0 0,0 1 0,0-1 0,0 0 0,-1 1 0,1-1 0,-1 0 0,0 0 0,0 1 0,-3 7 0,2-10 0,0 1 0,-1-1 0,1 1 0,0-1 0,-1 0 0,1 0 0,-1 0 0,0 0 0,1 0 0,-1 0 0,0-1 0,0 0 0,0 1 0,0-1 0,0 0 0,-1 0 0,1-1 0,0 1 0,0-1 0,-1 0 0,-4 1 0,-14-1 0,12 0 0,1 1 0,-1-1 0,1 2 0,-1-1 0,1 1 0,-9 3 0,15-4 0,1 0 0,0 1 0,-1-1 0,1 0 0,0 1 0,0-1 0,0 1 0,0 0 0,0 0 0,1 0 0,-1 0 0,0 0 0,1 0 0,0 0 0,-1 0 0,1 1 0,0-1 0,0 1 0,0-1 0,0 1 0,1-1 0,-1 1 0,1-1 0,0 1 0,-1-1 0,1 1 0,0 3 0,0-1 0,0 1 0,1-1 0,-1 0 0,1 1 0,0-1 0,0 1 0,1-1 0,-1 0 0,1 0 0,0 0 0,1 0 0,-1 0 0,1 0 0,0-1 0,0 1 0,6 6 0,-3-6 0,0 0 0,1 0 0,-1 0 0,1-1 0,0 0 0,0 0 0,1-1 0,-1 0 0,1 0 0,8 2 0,17 1 0,-1-1 0,1-1 0,0-2 0,44-3 0,-66 1 0,2 0-111,45-5-1143,-41-1-5572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3T05:53:00.3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1568 0 24575,'-25'1'0,"0"1"0,1 1 0,-1 2 0,1 0 0,0 1 0,0 2 0,1 0 0,0 2 0,-23 13 0,-195 83 0,-212 110 0,285-127 0,-62 39 0,201-110 0,16-11 0,1 0 0,0 1 0,1 0 0,0 1 0,0 0 0,1 1 0,0 0 0,-12 17 0,13-15 0,1 0 0,0 1 0,1 0 0,0 0 0,1 1 0,1-1 0,0 1 0,1 1 0,0-1 0,1 0 0,1 1 0,-1 24 0,2-32 0,1-1 0,0 1 0,1 0 0,0-1 0,0 1 0,0 0 0,1-1 0,0 1 0,0-1 0,1 0 0,-1 0 0,5 7 0,-4-10 0,0 1 0,0-1 0,0 0 0,1 0 0,-1 0 0,1-1 0,0 1 0,0-1 0,-1 0 0,2 0 0,-1 0 0,0-1 0,0 1 0,0-1 0,1 0 0,-1 0 0,1-1 0,-1 1 0,6-1 0,67 3 0,105-9 0,-164 3 0,0-1 0,0-1 0,-1 0 0,0-2 0,0 0 0,30-17 0,30-12 0,138-65 0,-120 53 0,145-91 0,-148 82 0,113-53 0,-174 92 0,-2 0 0,0-2 0,-2-1 0,32-32 0,-33 31 0,-8 8 0,1 1 0,0 0 0,0 2 0,32-13 0,-28 13 0,-1 0 0,0-1 0,26-20 0,-1 0-1365,-35 22-5461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3T05:53:10.4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1518 1290 24575,'-9'-1'0,"0"0"0,0-1 0,1 1 0,-1-2 0,1 1 0,-1-1 0,1-1 0,0 1 0,0-1 0,1-1 0,-1 1 0,1-1 0,0-1 0,0 1 0,0-1 0,1 0 0,-7-9 0,-12-16 0,1 0 0,-31-57 0,29 46 0,-42-66 0,-5 2 0,-125-139 0,-8-13 0,200 250 0,-45-67 0,35 49 0,-1 1 0,-1 0 0,-1 1 0,-1 1 0,-1 1 0,-36-29 0,49 47 0,1 0 0,-1 1 0,0 0 0,0 0 0,0 1 0,0 0 0,-1 0 0,1 1 0,0 0 0,-14 0 0,-86 8 0,96-6 0,1 2 0,-1-1 0,1 2 0,0-1 0,0 2 0,0-1 0,1 1 0,-1 1 0,1 0 0,1 1 0,-1 0 0,1 0 0,0 1 0,1 0 0,-1 0 0,2 1 0,-12 16 0,10-11 0,0 0 0,1 1 0,0 0 0,2 1 0,0-1 0,0 1 0,2 0 0,0 1 0,0-1 0,2 1 0,-1 28 0,2 17 0,5 132 0,-2-182 0,1 0 0,0 0 0,1 0 0,0-1 0,1 1 0,0-1 0,1 0 0,0-1 0,1 1 0,11 12 0,12 14 0,45 40 0,-8-14 0,4-3 0,2-4 0,2-3 0,3-3 0,85 41 0,-132-74 0,-1 1 0,-2 2 0,0 1 0,26 25 0,98 107 0,-73-70 0,-18-25 27,37 41-1419,-85-84-5434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3T05:53:12.4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1025 311 24575,'-12'0'0,"-1"0"0,0 0 0,1-1 0,-1-1 0,1 0 0,0-1 0,-1 0 0,1-1 0,0 0 0,1-1 0,-1 0 0,1-1 0,0 0 0,1-1 0,-12-9 0,-8-7 0,-3-5 0,-2 2 0,0 1 0,-2 2 0,-1 2 0,-67-29 0,78 40 0,0 1 0,0 0 0,-1 2 0,0 2 0,0 0 0,-37-1 0,47 6 0,0 1 0,0 0 0,-24 6 0,33-5 0,1 1 0,0 0 0,0 0 0,0 1 0,0 0 0,1 0 0,-1 1 0,1 0 0,-7 6 0,3-1 0,0 0 0,1 0 0,0 1 0,1 0 0,0 1 0,1 0 0,-13 24 0,19-32 0,0-1 0,1 1 0,0-1 0,0 1 0,0 0 0,0-1 0,0 1 0,1 0 0,-1 0 0,1-1 0,0 1 0,0 0 0,1 0 0,-1 0 0,1-1 0,0 1 0,0 0 0,0-1 0,0 1 0,1-1 0,-1 1 0,1-1 0,0 0 0,0 1 0,0-1 0,0 0 0,1 0 0,-1-1 0,1 1 0,0 0 0,0-1 0,0 0 0,0 0 0,0 1 0,5 1 0,10 4 0,0 0 0,0-1 0,1-1 0,0-1 0,26 4 0,25 7 0,-17-1 0,-39-13 0,-1 1 0,0 0 0,0 1 0,0 1 0,0 0 0,0 1 0,-1 0 0,0 1 0,-1 1 0,1 0 0,-1 0 0,11 12 0,-16-14 0,1 1 0,-2 0 0,1 0 0,-1 0 0,0 1 0,-1 0 0,5 10 0,-8-17 0,-1 1 0,1-1 0,-1 1 0,0 0 0,1-1 0,-1 1 0,0 0 0,0-1 0,0 1 0,0 0 0,0-1 0,-1 1 0,1-1 0,0 1 0,-1 0 0,1-1 0,-1 1 0,-1 1 0,1-1 0,-1 0 0,1 0 0,-1-1 0,0 1 0,0-1 0,0 1 0,0-1 0,0 0 0,0 0 0,0 0 0,0 0 0,0 0 0,0 0 0,-1 0 0,1-1 0,-5 1 0,-19 2 0,1-1 0,-1-1 0,0-2 0,-30-3 0,33 1 0,0 1 0,0 2 0,0 0 0,0 1 0,-36 7 0,54-6 0,0 0 0,0 0 0,1 0 0,-1 1 0,1-1 0,0 1 0,0 0 0,0 1 0,0-1 0,0 1 0,1-1 0,-1 1 0,1 0 0,0 1 0,0-1 0,1 0 0,-1 1 0,1-1 0,0 1 0,0 0 0,1 0 0,-1 0 0,1 0 0,0 0 0,0 9 0,-2 10 0,1 0 0,2 0 0,1 0 0,3 27 0,-3-46 0,0 0 0,0 1 0,1-1 0,-1 0 0,1 0 0,0 0 0,0 0 0,1-1 0,0 1 0,0-1 0,0 1 0,0-1 0,0 0 0,1 0 0,0 0 0,0-1 0,0 1 0,0-1 0,1 0 0,-1 0 0,8 3 0,9 3 0,1 0 0,-1-2 0,43 9 0,-4 0 0,145 39-1365,-184-49-5461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3T05:53:20.4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2229 55 24575,'-26'-2'0,"0"-1"0,1-1 0,-46-13 0,42 9 0,1 2 0,-50-6 0,-402 10 0,240 4 0,-760-2 0,986 1 0,0 0 0,0 1 0,0 0 0,0 1 0,0 1 0,1 0 0,-17 7 0,23-8 0,1 0 0,-1 0 0,0 1 0,1 0 0,0 0 0,0 1 0,0 0 0,1 0 0,-1 0 0,1 1 0,0-1 0,1 1 0,-1 0 0,1 1 0,-4 8 0,7-12 0,0 0 0,0 0 0,0 0 0,1 0 0,-1 0 0,1 1 0,0-1 0,0 0 0,0 0 0,0 0 0,1 0 0,-1 1 0,1-1 0,0 0 0,0 0 0,0 0 0,0 0 0,0 0 0,1-1 0,-1 1 0,1 0 0,0-1 0,0 1 0,0-1 0,0 1 0,4 3 0,7 5 0,0-1 0,1 0 0,29 16 0,-9-5 0,-15-10 0,2-1 0,-1 0 0,1-1 0,37 9 0,22 9 0,-31-9 0,1-3 0,1-2 0,0-2 0,1-3 0,72 4 0,2 1 0,-77-6 0,61 0 0,-79-6 0,54 10 0,-53-5 0,50 1 0,662-8-1365,-722 1-5461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3T05:53:22.3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2213 29 24575,'-91'0'0,"-527"-16"0,-166 4 0,476 15 0,285-4 0,-7 0 0,-1 1 0,0 1 0,1 2 0,-1 1 0,1 1 0,0 2 0,-29 10 0,51-14 0,1 0 0,-1 1 0,0 0 0,1 0 0,0 1 0,0 0 0,0 0 0,1 1 0,0-1 0,0 2 0,0-1 0,-6 9 0,9-10 0,0 1 0,1-1 0,-1 1 0,1 0 0,0 0 0,0 0 0,1 0 0,0 0 0,0 0 0,0 0 0,1 0 0,-1 0 0,2 1 0,-1-1 0,1 0 0,0 0 0,3 11 0,-1-9 0,0-1 0,1 1 0,-1-1 0,1 0 0,1 0 0,0-1 0,0 1 0,0-1 0,1 0 0,-1 0 0,1-1 0,1 0 0,-1 0 0,1 0 0,0-1 0,13 6 0,12 6 0,2-3 0,50 15 0,-60-21 0,32 9 0,2-2 0,113 11 0,120-17 0,-263-6 0,1 0 0,30 7 0,-29-3 0,52 1 0,1021-8 0,-1083 0 42,1-1 0,30-7 1,10-1-1535,-39 7-5334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3T05:53:24.5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1001 336 24575,'0'-4'0,"-1"1"0,0-1 0,0 1 0,0 0 0,0 0 0,0 0 0,-1 0 0,0 0 0,1 0 0,-1 0 0,0 0 0,0 0 0,-3-2 0,-36-35 0,31 31 0,-15-14 0,-1 2 0,-1 0 0,-1 2 0,-1 1 0,-1 2 0,0 0 0,-1 2 0,-1 1 0,-48-12 0,22 10 0,0 2 0,0 3 0,-1 2 0,-67 0 0,106 8 0,1 1 0,0 0 0,0 2 0,0 0 0,-31 10 0,46-12 0,-1 1 0,0 0 0,0 0 0,1 0 0,0 1 0,-1-1 0,1 1 0,0 0 0,0 1 0,0-1 0,1 0 0,-1 1 0,1 0 0,0 0 0,0 0 0,0 0 0,1 1 0,-1-1 0,1 1 0,0-1 0,0 1 0,1 0 0,-1 0 0,1 0 0,0 0 0,0 9 0,1-11 0,0 1 0,0-1 0,0 0 0,1 1 0,0-1 0,-1 1 0,1-1 0,1 0 0,-1 0 0,0 0 0,1 1 0,-1-1 0,1-1 0,0 1 0,0 0 0,0 0 0,4 3 0,0-1 0,0 1 0,1-1 0,-1-1 0,1 0 0,0 0 0,0 0 0,10 3 0,4 1 0,0-2 0,1 0 0,0-2 0,37 4 0,127-9 0,13 2 0,-196-1 0,0 0 0,0 0 0,0 0 0,0 1 0,0-1 0,0 1 0,0 0 0,0 0 0,-1 0 0,1 1 0,0-1 0,-1 0 0,1 1 0,-1 0 0,1 0 0,-1-1 0,0 1 0,0 1 0,0-1 0,0 0 0,0 0 0,0 1 0,0-1 0,-1 1 0,0 0 0,1-1 0,-1 1 0,0 0 0,1 5 0,-2-5 0,1 1 0,-1 0 0,-1 0 0,1-1 0,0 1 0,-1 0 0,0-1 0,0 1 0,0 0 0,0-1 0,-1 1 0,1-1 0,-1 0 0,0 0 0,0 1 0,0-1 0,0 0 0,-1 0 0,1-1 0,-1 1 0,0-1 0,0 1 0,-5 3 0,-11 5 0,-2-1 0,1 0 0,-1-1 0,0-2 0,0 0 0,-40 7 0,28-7 0,1 1 0,-36 16 0,59-20 0,-1 0 0,1 1 0,0 1 0,0-1 0,1 2 0,0-1 0,0 1 0,0 0 0,1 0 0,0 1 0,-6 9 0,10-12 0,0-1 0,1 0 0,0 0 0,0 1 0,0 0 0,0-1 0,1 1 0,-1 0 0,1 0 0,1-1 0,-1 1 0,1 0 0,0 0 0,0 0 0,0 0 0,0 0 0,1 0 0,0 0 0,2 5 0,-2-6 0,0-1 0,1 1 0,0-1 0,0 1 0,0-1 0,0 0 0,1 0 0,-1 0 0,1 0 0,-1 0 0,1 0 0,0-1 0,0 1 0,1-1 0,-1 0 0,0 0 0,1 0 0,-1 0 0,1-1 0,0 0 0,-1 1 0,1-1 0,0 0 0,4 0 0,42 3 0,0-2 0,70-6 0,-5 0 0,-76 2 0,0-2 0,0-2 0,-1-2 0,1-1 0,44-18 0,-45 11-1365,-20 6-5461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3T05:53:25.1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24575,'0'0'-8191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A61F57-984D-A6A8-CA81-849C560C4F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F1E00F8-CB4C-2BF6-4C26-CF42E4B091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15AF118-8A80-B8E2-73F7-13B749FA0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C1622-C0C2-42A6-A420-A2525B32B105}" type="datetimeFigureOut">
              <a:rPr lang="ko-KR" altLang="en-US" smtClean="0"/>
              <a:t>2026-01-13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1D46AB4-5374-7290-2D73-61DF914431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0699A8C-A208-4DF4-9B93-E76A89D66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7F08A-2850-475F-97F0-3F13EA3816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59692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B48CF0-4BED-FBA4-090B-0BCD80633C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305F0A4-5009-BBE0-F988-AA0E4C24BE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8AFBDEC-6149-9A80-1852-045510BEF0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C1622-C0C2-42A6-A420-A2525B32B105}" type="datetimeFigureOut">
              <a:rPr lang="ko-KR" altLang="en-US" smtClean="0"/>
              <a:t>2026-01-13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66E28FB-FAE0-A5EC-0A62-D34062050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79899BE-D79D-7CD7-71FA-5C957314B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7F08A-2850-475F-97F0-3F13EA3816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16435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C5A4B0-7254-B75B-1AB6-74B29A0694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0FB535B-0207-6665-B555-8C329D0291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869940A-08DC-AD55-C524-98A0848B81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C1622-C0C2-42A6-A420-A2525B32B105}" type="datetimeFigureOut">
              <a:rPr lang="ko-KR" altLang="en-US" smtClean="0"/>
              <a:t>2026-01-13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FC66823-DED7-A51B-5149-F5FFBE9EA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4583D52-8CFB-A9A9-4422-E626AAC5D8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7F08A-2850-475F-97F0-3F13EA3816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5357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ED3C2A-C3DE-6D35-DCC8-83EF3BC61A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CD64190-B58B-90CA-B495-B54B3588D2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C8C4FAF-887A-A434-9D41-5AC52C3B1C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F378E01-A0F6-5696-F8B5-D12FF26CB8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C1622-C0C2-42A6-A420-A2525B32B105}" type="datetimeFigureOut">
              <a:rPr lang="ko-KR" altLang="en-US" smtClean="0"/>
              <a:t>2026-01-13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2DF0172-59D2-D10B-069F-391EECEA6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9B54957-FB76-CAC4-3459-7550E025E6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7F08A-2850-475F-97F0-3F13EA3816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59840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D387A5E-2494-8808-CA5A-FBAA1218AD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6F0965C-17AC-DB7E-0BCF-FE1939EB4D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B49CD55-B821-AEC4-0BDF-26A5722EB6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E99EF1F-BA8D-1E48-5446-A4FADCCF16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A798B36-6086-60F9-7779-D35B8A1F0A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64ECC656-35FA-827E-D2AD-8282B01D19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C1622-C0C2-42A6-A420-A2525B32B105}" type="datetimeFigureOut">
              <a:rPr lang="ko-KR" altLang="en-US" smtClean="0"/>
              <a:t>2026-01-13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0F52092-18F9-262A-D9D0-F0DADB826D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637507A-857A-393D-8C50-D6C725999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7F08A-2850-475F-97F0-3F13EA3816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86243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2B59AC-D0A7-BB50-26C7-11C3C9963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B3DA705-6A35-CDC6-CE9D-DEA28C0074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C1622-C0C2-42A6-A420-A2525B32B105}" type="datetimeFigureOut">
              <a:rPr lang="ko-KR" altLang="en-US" smtClean="0"/>
              <a:t>2026-01-13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6ED0D3D-F327-192D-F3A0-0E986DE878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6F12638-248A-F485-0286-1B46D4FD33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7F08A-2850-475F-97F0-3F13EA3816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07992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D7CC203-A51E-4055-C1AE-7994F26368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C1622-C0C2-42A6-A420-A2525B32B105}" type="datetimeFigureOut">
              <a:rPr lang="ko-KR" altLang="en-US" smtClean="0"/>
              <a:t>2026-01-13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764A1E4-D1B5-4FC6-E177-06B709F886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53841B7-0DB0-D24C-BD47-0B8AF08BAD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7F08A-2850-475F-97F0-3F13EA3816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84338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D55D4C-7609-2212-5BD1-71EA531D44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3512DE1-95FF-4C52-AF8F-0E74868359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EA78882-AB43-20F2-B66D-770FB51CCF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AD9AD50-58BD-61CB-DF2D-20A4BF2EEC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C1622-C0C2-42A6-A420-A2525B32B105}" type="datetimeFigureOut">
              <a:rPr lang="ko-KR" altLang="en-US" smtClean="0"/>
              <a:t>2026-01-13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074D494-3E24-F3DC-E83E-0B3E9785E3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01EA737-71CB-2116-88B8-CFD093DB0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7F08A-2850-475F-97F0-3F13EA3816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31971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0EB1F2-03EA-70A5-CD92-ACE5D33FB3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9C67DE2-A34A-2184-5A82-73DCFA4223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BD160E5-DF86-FF47-BF05-8D6DC424DE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2D2E013-A98E-48AB-A6D5-F9213CF9D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C1622-C0C2-42A6-A420-A2525B32B105}" type="datetimeFigureOut">
              <a:rPr lang="ko-KR" altLang="en-US" smtClean="0"/>
              <a:t>2026-01-13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0644C91-E03E-9F74-6958-05BE83B130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5E77233-5485-F853-1D3F-188E3D730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7F08A-2850-475F-97F0-3F13EA3816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21573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95E4D6-72BF-7815-F53D-0055C700B0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F0EE95D-BCE7-5371-7239-A34F82E4A6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2A5FF71-CD55-5BE1-1582-E2F124D86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C1622-C0C2-42A6-A420-A2525B32B105}" type="datetimeFigureOut">
              <a:rPr lang="ko-KR" altLang="en-US" smtClean="0"/>
              <a:t>2026-01-13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E72097A-731B-5D74-6106-016FF21FD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F1E1D42-C2FA-6D90-726D-330DBE4A5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7F08A-2850-475F-97F0-3F13EA3816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28137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7F6A11A-1562-A5C9-8098-025298B14F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AB3E875-E9B4-7249-CD24-11F062E432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C29DA2C-BAC5-6631-F87C-23E65492F7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C1622-C0C2-42A6-A420-A2525B32B105}" type="datetimeFigureOut">
              <a:rPr lang="ko-KR" altLang="en-US" smtClean="0"/>
              <a:t>2026-01-13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6173BDB-73B2-F0FD-6B1F-9D22AE233B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E346CB8-CAD4-27FD-C6B5-445C23FF5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7F08A-2850-475F-97F0-3F13EA3816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95656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5CF02C2-1D09-6C4E-FE9A-99759C1FA3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A71473F-922B-FC72-6D5D-C2425B87B3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9D4E3AB-D56F-BE21-0B1D-B98986F4B0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7C1622-C0C2-42A6-A420-A2525B32B105}" type="datetimeFigureOut">
              <a:rPr lang="ko-KR" altLang="en-US" smtClean="0"/>
              <a:t>2026-01-13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056D866-2326-711B-CA6C-5CA2377E75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01DD5C1-F8F3-5C96-BC81-9EC875C3D8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C47F08A-2850-475F-97F0-3F13EA3816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4162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customXml" Target="../ink/ink2.xml"/><Relationship Id="rId13" Type="http://schemas.openxmlformats.org/officeDocument/2006/relationships/image" Target="../media/image10.png"/><Relationship Id="rId18" Type="http://schemas.openxmlformats.org/officeDocument/2006/relationships/customXml" Target="../ink/ink7.xml"/><Relationship Id="rId26" Type="http://schemas.openxmlformats.org/officeDocument/2006/relationships/customXml" Target="../ink/ink11.xml"/><Relationship Id="rId3" Type="http://schemas.openxmlformats.org/officeDocument/2006/relationships/image" Target="../media/image4.png"/><Relationship Id="rId21" Type="http://schemas.openxmlformats.org/officeDocument/2006/relationships/image" Target="../media/image14.png"/><Relationship Id="rId7" Type="http://schemas.openxmlformats.org/officeDocument/2006/relationships/image" Target="../media/image7.png"/><Relationship Id="rId12" Type="http://schemas.openxmlformats.org/officeDocument/2006/relationships/customXml" Target="../ink/ink4.xml"/><Relationship Id="rId17" Type="http://schemas.openxmlformats.org/officeDocument/2006/relationships/image" Target="../media/image12.png"/><Relationship Id="rId25" Type="http://schemas.openxmlformats.org/officeDocument/2006/relationships/image" Target="../media/image16.png"/><Relationship Id="rId2" Type="http://schemas.openxmlformats.org/officeDocument/2006/relationships/image" Target="../media/image3.png"/><Relationship Id="rId16" Type="http://schemas.openxmlformats.org/officeDocument/2006/relationships/customXml" Target="../ink/ink6.xml"/><Relationship Id="rId20" Type="http://schemas.openxmlformats.org/officeDocument/2006/relationships/customXml" Target="../ink/ink8.xml"/><Relationship Id="rId29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.xml"/><Relationship Id="rId11" Type="http://schemas.openxmlformats.org/officeDocument/2006/relationships/image" Target="../media/image9.png"/><Relationship Id="rId24" Type="http://schemas.openxmlformats.org/officeDocument/2006/relationships/customXml" Target="../ink/ink10.xml"/><Relationship Id="rId5" Type="http://schemas.openxmlformats.org/officeDocument/2006/relationships/image" Target="../media/image6.png"/><Relationship Id="rId15" Type="http://schemas.openxmlformats.org/officeDocument/2006/relationships/image" Target="../media/image11.png"/><Relationship Id="rId23" Type="http://schemas.openxmlformats.org/officeDocument/2006/relationships/image" Target="../media/image15.png"/><Relationship Id="rId28" Type="http://schemas.openxmlformats.org/officeDocument/2006/relationships/customXml" Target="../ink/ink12.xml"/><Relationship Id="rId10" Type="http://schemas.openxmlformats.org/officeDocument/2006/relationships/customXml" Target="../ink/ink3.xml"/><Relationship Id="rId19" Type="http://schemas.openxmlformats.org/officeDocument/2006/relationships/image" Target="../media/image13.png"/><Relationship Id="rId31" Type="http://schemas.openxmlformats.org/officeDocument/2006/relationships/image" Target="../media/image19.png"/><Relationship Id="rId4" Type="http://schemas.openxmlformats.org/officeDocument/2006/relationships/image" Target="../media/image5.png"/><Relationship Id="rId9" Type="http://schemas.openxmlformats.org/officeDocument/2006/relationships/image" Target="../media/image8.png"/><Relationship Id="rId14" Type="http://schemas.openxmlformats.org/officeDocument/2006/relationships/customXml" Target="../ink/ink5.xml"/><Relationship Id="rId22" Type="http://schemas.openxmlformats.org/officeDocument/2006/relationships/customXml" Target="../ink/ink9.xml"/><Relationship Id="rId27" Type="http://schemas.openxmlformats.org/officeDocument/2006/relationships/image" Target="../media/image17.png"/><Relationship Id="rId30" Type="http://schemas.openxmlformats.org/officeDocument/2006/relationships/customXml" Target="../ink/ink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타원 26">
            <a:extLst>
              <a:ext uri="{FF2B5EF4-FFF2-40B4-BE49-F238E27FC236}">
                <a16:creationId xmlns:a16="http://schemas.microsoft.com/office/drawing/2014/main" id="{4E298402-2308-D153-8B7A-1E4E43A801C2}"/>
              </a:ext>
            </a:extLst>
          </p:cNvPr>
          <p:cNvSpPr/>
          <p:nvPr/>
        </p:nvSpPr>
        <p:spPr>
          <a:xfrm>
            <a:off x="4030011" y="1007297"/>
            <a:ext cx="3420000" cy="34200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2D7326DB-8565-6731-7B4F-29E6BB66BCA6}"/>
              </a:ext>
            </a:extLst>
          </p:cNvPr>
          <p:cNvSpPr/>
          <p:nvPr/>
        </p:nvSpPr>
        <p:spPr>
          <a:xfrm>
            <a:off x="5152930" y="2163780"/>
            <a:ext cx="1041149" cy="1041148"/>
          </a:xfrm>
          <a:prstGeom prst="round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C4BA13C8-21A7-DD7D-448F-8868ED683D92}"/>
              </a:ext>
            </a:extLst>
          </p:cNvPr>
          <p:cNvGrpSpPr/>
          <p:nvPr/>
        </p:nvGrpSpPr>
        <p:grpSpPr>
          <a:xfrm rot="1480198">
            <a:off x="5580537" y="952498"/>
            <a:ext cx="3012560" cy="2707724"/>
            <a:chOff x="5251010" y="401641"/>
            <a:chExt cx="3012560" cy="2707724"/>
          </a:xfrm>
        </p:grpSpPr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FBCBCA0C-05E1-AE25-521B-962A849AD840}"/>
                </a:ext>
              </a:extLst>
            </p:cNvPr>
            <p:cNvGrpSpPr/>
            <p:nvPr/>
          </p:nvGrpSpPr>
          <p:grpSpPr>
            <a:xfrm>
              <a:off x="5251010" y="2047701"/>
              <a:ext cx="2046082" cy="1061664"/>
              <a:chOff x="5251010" y="2047701"/>
              <a:chExt cx="2046082" cy="1061664"/>
            </a:xfrm>
          </p:grpSpPr>
          <p:sp>
            <p:nvSpPr>
              <p:cNvPr id="3" name="사각형: 둥근 모서리 2">
                <a:extLst>
                  <a:ext uri="{FF2B5EF4-FFF2-40B4-BE49-F238E27FC236}">
                    <a16:creationId xmlns:a16="http://schemas.microsoft.com/office/drawing/2014/main" id="{36D768B6-3F8D-29F0-BF14-F31F31E93073}"/>
                  </a:ext>
                </a:extLst>
              </p:cNvPr>
              <p:cNvSpPr/>
              <p:nvPr/>
            </p:nvSpPr>
            <p:spPr>
              <a:xfrm rot="19806311">
                <a:off x="5350597" y="2047701"/>
                <a:ext cx="1946495" cy="579422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" name="타원 4">
                <a:extLst>
                  <a:ext uri="{FF2B5EF4-FFF2-40B4-BE49-F238E27FC236}">
                    <a16:creationId xmlns:a16="http://schemas.microsoft.com/office/drawing/2014/main" id="{26822CDE-DEEE-70B3-62CC-EE866996ADAF}"/>
                  </a:ext>
                </a:extLst>
              </p:cNvPr>
              <p:cNvSpPr/>
              <p:nvPr/>
            </p:nvSpPr>
            <p:spPr>
              <a:xfrm>
                <a:off x="5251010" y="2263365"/>
                <a:ext cx="844990" cy="8460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3" name="그룹 12">
              <a:extLst>
                <a:ext uri="{FF2B5EF4-FFF2-40B4-BE49-F238E27FC236}">
                  <a16:creationId xmlns:a16="http://schemas.microsoft.com/office/drawing/2014/main" id="{0DAC0E10-092C-7C1F-DFB3-1CEB062D07F9}"/>
                </a:ext>
              </a:extLst>
            </p:cNvPr>
            <p:cNvGrpSpPr/>
            <p:nvPr/>
          </p:nvGrpSpPr>
          <p:grpSpPr>
            <a:xfrm rot="1618660">
              <a:off x="6992952" y="401641"/>
              <a:ext cx="1270618" cy="2070610"/>
              <a:chOff x="6498880" y="345157"/>
              <a:chExt cx="1270618" cy="2070610"/>
            </a:xfrm>
          </p:grpSpPr>
          <p:sp>
            <p:nvSpPr>
              <p:cNvPr id="9" name="사각형: 둥근 모서리 8">
                <a:extLst>
                  <a:ext uri="{FF2B5EF4-FFF2-40B4-BE49-F238E27FC236}">
                    <a16:creationId xmlns:a16="http://schemas.microsoft.com/office/drawing/2014/main" id="{76B641C0-4AE2-24CF-F94F-0917216AD6F1}"/>
                  </a:ext>
                </a:extLst>
              </p:cNvPr>
              <p:cNvSpPr/>
              <p:nvPr/>
            </p:nvSpPr>
            <p:spPr>
              <a:xfrm rot="18501142">
                <a:off x="6506539" y="1028694"/>
                <a:ext cx="1946495" cy="579422"/>
              </a:xfrm>
              <a:prstGeom prst="roundRect">
                <a:avLst/>
              </a:prstGeom>
              <a:solidFill>
                <a:srgbClr val="92D05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1" name="타원 10">
                <a:extLst>
                  <a:ext uri="{FF2B5EF4-FFF2-40B4-BE49-F238E27FC236}">
                    <a16:creationId xmlns:a16="http://schemas.microsoft.com/office/drawing/2014/main" id="{92673733-E786-0CB2-88FC-94C24418622C}"/>
                  </a:ext>
                </a:extLst>
              </p:cNvPr>
              <p:cNvSpPr/>
              <p:nvPr/>
            </p:nvSpPr>
            <p:spPr>
              <a:xfrm>
                <a:off x="6498880" y="1597593"/>
                <a:ext cx="844990" cy="818174"/>
              </a:xfrm>
              <a:prstGeom prst="ellipse">
                <a:avLst/>
              </a:prstGeom>
              <a:solidFill>
                <a:srgbClr val="92D05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sp>
        <p:nvSpPr>
          <p:cNvPr id="12" name="타원 11">
            <a:extLst>
              <a:ext uri="{FF2B5EF4-FFF2-40B4-BE49-F238E27FC236}">
                <a16:creationId xmlns:a16="http://schemas.microsoft.com/office/drawing/2014/main" id="{F97FA599-DCE1-0E8F-A989-D468703DDFC3}"/>
              </a:ext>
            </a:extLst>
          </p:cNvPr>
          <p:cNvSpPr/>
          <p:nvPr/>
        </p:nvSpPr>
        <p:spPr>
          <a:xfrm>
            <a:off x="3063504" y="74354"/>
            <a:ext cx="5220000" cy="5220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8B60180D-25EC-CC2F-1DD8-8538DBE8C7BA}"/>
              </a:ext>
            </a:extLst>
          </p:cNvPr>
          <p:cNvSpPr/>
          <p:nvPr/>
        </p:nvSpPr>
        <p:spPr>
          <a:xfrm>
            <a:off x="7235190" y="2427954"/>
            <a:ext cx="323273" cy="295563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AFDEF24B-222D-73FF-67D0-F44828FEAB74}"/>
              </a:ext>
            </a:extLst>
          </p:cNvPr>
          <p:cNvSpPr/>
          <p:nvPr/>
        </p:nvSpPr>
        <p:spPr>
          <a:xfrm>
            <a:off x="8142553" y="2400874"/>
            <a:ext cx="361732" cy="349721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16E75103-AECA-B1E2-3EB7-D3128B664C9C}"/>
              </a:ext>
            </a:extLst>
          </p:cNvPr>
          <p:cNvSpPr/>
          <p:nvPr/>
        </p:nvSpPr>
        <p:spPr>
          <a:xfrm>
            <a:off x="5686826" y="982698"/>
            <a:ext cx="3420000" cy="34344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E7C53363-0CBB-F16B-E1FE-6E747C763F5F}"/>
              </a:ext>
            </a:extLst>
          </p:cNvPr>
          <p:cNvSpPr/>
          <p:nvPr/>
        </p:nvSpPr>
        <p:spPr>
          <a:xfrm>
            <a:off x="8739930" y="2241039"/>
            <a:ext cx="725041" cy="743780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0751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21AC32-773D-9774-497F-D534EE071C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타원 26">
            <a:extLst>
              <a:ext uri="{FF2B5EF4-FFF2-40B4-BE49-F238E27FC236}">
                <a16:creationId xmlns:a16="http://schemas.microsoft.com/office/drawing/2014/main" id="{E585EF88-3124-ABF0-42D0-598A49C97956}"/>
              </a:ext>
            </a:extLst>
          </p:cNvPr>
          <p:cNvSpPr/>
          <p:nvPr/>
        </p:nvSpPr>
        <p:spPr>
          <a:xfrm>
            <a:off x="4030011" y="1007297"/>
            <a:ext cx="3420000" cy="34200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70B3840B-8463-FFDC-D70D-3D8DE8714BD9}"/>
              </a:ext>
            </a:extLst>
          </p:cNvPr>
          <p:cNvSpPr/>
          <p:nvPr/>
        </p:nvSpPr>
        <p:spPr>
          <a:xfrm>
            <a:off x="5152930" y="2163780"/>
            <a:ext cx="1041149" cy="1041148"/>
          </a:xfrm>
          <a:prstGeom prst="round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C4687ECD-4129-69B3-77F0-768921D8B8FD}"/>
              </a:ext>
            </a:extLst>
          </p:cNvPr>
          <p:cNvGrpSpPr/>
          <p:nvPr/>
        </p:nvGrpSpPr>
        <p:grpSpPr>
          <a:xfrm rot="1480198">
            <a:off x="5269432" y="2375180"/>
            <a:ext cx="3532193" cy="1330642"/>
            <a:chOff x="5251010" y="1778723"/>
            <a:chExt cx="3532193" cy="1330642"/>
          </a:xfrm>
        </p:grpSpPr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E1B12D1C-EF80-FE55-802B-89B8CC925DD2}"/>
                </a:ext>
              </a:extLst>
            </p:cNvPr>
            <p:cNvGrpSpPr/>
            <p:nvPr/>
          </p:nvGrpSpPr>
          <p:grpSpPr>
            <a:xfrm>
              <a:off x="5251010" y="2047701"/>
              <a:ext cx="2046082" cy="1061664"/>
              <a:chOff x="5251010" y="2047701"/>
              <a:chExt cx="2046082" cy="1061664"/>
            </a:xfrm>
          </p:grpSpPr>
          <p:sp>
            <p:nvSpPr>
              <p:cNvPr id="3" name="사각형: 둥근 모서리 2">
                <a:extLst>
                  <a:ext uri="{FF2B5EF4-FFF2-40B4-BE49-F238E27FC236}">
                    <a16:creationId xmlns:a16="http://schemas.microsoft.com/office/drawing/2014/main" id="{A829E2E9-B455-2263-2BD2-2C840C479B68}"/>
                  </a:ext>
                </a:extLst>
              </p:cNvPr>
              <p:cNvSpPr/>
              <p:nvPr/>
            </p:nvSpPr>
            <p:spPr>
              <a:xfrm rot="19806311">
                <a:off x="5350597" y="2047701"/>
                <a:ext cx="1946495" cy="579422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" name="타원 4">
                <a:extLst>
                  <a:ext uri="{FF2B5EF4-FFF2-40B4-BE49-F238E27FC236}">
                    <a16:creationId xmlns:a16="http://schemas.microsoft.com/office/drawing/2014/main" id="{68A18CFF-C00F-9677-1C08-73D8289AEE8B}"/>
                  </a:ext>
                </a:extLst>
              </p:cNvPr>
              <p:cNvSpPr/>
              <p:nvPr/>
            </p:nvSpPr>
            <p:spPr>
              <a:xfrm>
                <a:off x="5251010" y="2263365"/>
                <a:ext cx="844990" cy="8460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3" name="그룹 12">
              <a:extLst>
                <a:ext uri="{FF2B5EF4-FFF2-40B4-BE49-F238E27FC236}">
                  <a16:creationId xmlns:a16="http://schemas.microsoft.com/office/drawing/2014/main" id="{5CD3515D-ECD3-7869-E932-64F2723F9717}"/>
                </a:ext>
              </a:extLst>
            </p:cNvPr>
            <p:cNvGrpSpPr/>
            <p:nvPr/>
          </p:nvGrpSpPr>
          <p:grpSpPr>
            <a:xfrm rot="1618660">
              <a:off x="6565721" y="1778723"/>
              <a:ext cx="2217482" cy="1222168"/>
              <a:chOff x="6498880" y="1597593"/>
              <a:chExt cx="2217482" cy="1222168"/>
            </a:xfrm>
          </p:grpSpPr>
          <p:sp>
            <p:nvSpPr>
              <p:cNvPr id="9" name="사각형: 둥근 모서리 8">
                <a:extLst>
                  <a:ext uri="{FF2B5EF4-FFF2-40B4-BE49-F238E27FC236}">
                    <a16:creationId xmlns:a16="http://schemas.microsoft.com/office/drawing/2014/main" id="{170D8A81-36E4-E621-21EF-4F6CEB02B6D8}"/>
                  </a:ext>
                </a:extLst>
              </p:cNvPr>
              <p:cNvSpPr/>
              <p:nvPr/>
            </p:nvSpPr>
            <p:spPr>
              <a:xfrm rot="2014633">
                <a:off x="6769867" y="2240339"/>
                <a:ext cx="1946495" cy="579422"/>
              </a:xfrm>
              <a:prstGeom prst="roundRect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1" name="타원 10">
                <a:extLst>
                  <a:ext uri="{FF2B5EF4-FFF2-40B4-BE49-F238E27FC236}">
                    <a16:creationId xmlns:a16="http://schemas.microsoft.com/office/drawing/2014/main" id="{FC0B5D4A-A702-008D-6746-1855075E200A}"/>
                  </a:ext>
                </a:extLst>
              </p:cNvPr>
              <p:cNvSpPr/>
              <p:nvPr/>
            </p:nvSpPr>
            <p:spPr>
              <a:xfrm>
                <a:off x="6498880" y="1597593"/>
                <a:ext cx="844990" cy="818174"/>
              </a:xfrm>
              <a:prstGeom prst="ellipse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sp>
        <p:nvSpPr>
          <p:cNvPr id="12" name="타원 11">
            <a:extLst>
              <a:ext uri="{FF2B5EF4-FFF2-40B4-BE49-F238E27FC236}">
                <a16:creationId xmlns:a16="http://schemas.microsoft.com/office/drawing/2014/main" id="{90641D22-7254-884C-B747-283AF65A5465}"/>
              </a:ext>
            </a:extLst>
          </p:cNvPr>
          <p:cNvSpPr/>
          <p:nvPr/>
        </p:nvSpPr>
        <p:spPr>
          <a:xfrm>
            <a:off x="3063504" y="74354"/>
            <a:ext cx="5220000" cy="5220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0929A510-1B4D-209B-32AB-6D9824AB263F}"/>
              </a:ext>
            </a:extLst>
          </p:cNvPr>
          <p:cNvSpPr/>
          <p:nvPr/>
        </p:nvSpPr>
        <p:spPr>
          <a:xfrm>
            <a:off x="7235190" y="2427954"/>
            <a:ext cx="323273" cy="295563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EB520351-C6A7-38BA-CE07-B890879C9796}"/>
              </a:ext>
            </a:extLst>
          </p:cNvPr>
          <p:cNvSpPr/>
          <p:nvPr/>
        </p:nvSpPr>
        <p:spPr>
          <a:xfrm>
            <a:off x="8142553" y="2400874"/>
            <a:ext cx="361732" cy="349721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4A82D7E4-C49A-109E-3F6F-8045CE59DF43}"/>
              </a:ext>
            </a:extLst>
          </p:cNvPr>
          <p:cNvSpPr/>
          <p:nvPr/>
        </p:nvSpPr>
        <p:spPr>
          <a:xfrm>
            <a:off x="5686826" y="982698"/>
            <a:ext cx="3420000" cy="34344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CED5562F-60DE-99CB-72A3-33CC7B21DB35}"/>
              </a:ext>
            </a:extLst>
          </p:cNvPr>
          <p:cNvSpPr/>
          <p:nvPr/>
        </p:nvSpPr>
        <p:spPr>
          <a:xfrm>
            <a:off x="7197881" y="4044475"/>
            <a:ext cx="725041" cy="74378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22909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0FFB56-C8CC-E1B2-A9AC-6644C4633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타원 26">
            <a:extLst>
              <a:ext uri="{FF2B5EF4-FFF2-40B4-BE49-F238E27FC236}">
                <a16:creationId xmlns:a16="http://schemas.microsoft.com/office/drawing/2014/main" id="{246D079A-E247-AF14-18A8-91D809C51BB3}"/>
              </a:ext>
            </a:extLst>
          </p:cNvPr>
          <p:cNvSpPr/>
          <p:nvPr/>
        </p:nvSpPr>
        <p:spPr>
          <a:xfrm>
            <a:off x="4030011" y="1007297"/>
            <a:ext cx="3420000" cy="34200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A8A8FA6F-5A10-2A6B-7388-E6BAB4B359A7}"/>
              </a:ext>
            </a:extLst>
          </p:cNvPr>
          <p:cNvSpPr/>
          <p:nvPr/>
        </p:nvSpPr>
        <p:spPr>
          <a:xfrm>
            <a:off x="5152930" y="2163780"/>
            <a:ext cx="1041149" cy="1041148"/>
          </a:xfrm>
          <a:prstGeom prst="round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4F58E772-2B13-F69F-E63E-520F21FC2DCA}"/>
              </a:ext>
            </a:extLst>
          </p:cNvPr>
          <p:cNvGrpSpPr/>
          <p:nvPr/>
        </p:nvGrpSpPr>
        <p:grpSpPr>
          <a:xfrm rot="1480198">
            <a:off x="5269432" y="2375180"/>
            <a:ext cx="3532193" cy="1330642"/>
            <a:chOff x="5251010" y="1778723"/>
            <a:chExt cx="3532193" cy="1330642"/>
          </a:xfrm>
        </p:grpSpPr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E502BF35-C389-2514-47DA-5D9F7C4E5D6D}"/>
                </a:ext>
              </a:extLst>
            </p:cNvPr>
            <p:cNvGrpSpPr/>
            <p:nvPr/>
          </p:nvGrpSpPr>
          <p:grpSpPr>
            <a:xfrm>
              <a:off x="5251010" y="2047701"/>
              <a:ext cx="2046082" cy="1061664"/>
              <a:chOff x="5251010" y="2047701"/>
              <a:chExt cx="2046082" cy="1061664"/>
            </a:xfrm>
          </p:grpSpPr>
          <p:sp>
            <p:nvSpPr>
              <p:cNvPr id="3" name="사각형: 둥근 모서리 2">
                <a:extLst>
                  <a:ext uri="{FF2B5EF4-FFF2-40B4-BE49-F238E27FC236}">
                    <a16:creationId xmlns:a16="http://schemas.microsoft.com/office/drawing/2014/main" id="{9EF8DB2F-91B4-F681-5862-3791F92F671E}"/>
                  </a:ext>
                </a:extLst>
              </p:cNvPr>
              <p:cNvSpPr/>
              <p:nvPr/>
            </p:nvSpPr>
            <p:spPr>
              <a:xfrm rot="19806311">
                <a:off x="5350597" y="2047701"/>
                <a:ext cx="1946495" cy="579422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" name="타원 4">
                <a:extLst>
                  <a:ext uri="{FF2B5EF4-FFF2-40B4-BE49-F238E27FC236}">
                    <a16:creationId xmlns:a16="http://schemas.microsoft.com/office/drawing/2014/main" id="{FD31CCFE-8C56-0324-3A2D-D48EA564E4E2}"/>
                  </a:ext>
                </a:extLst>
              </p:cNvPr>
              <p:cNvSpPr/>
              <p:nvPr/>
            </p:nvSpPr>
            <p:spPr>
              <a:xfrm>
                <a:off x="5251010" y="2263365"/>
                <a:ext cx="844990" cy="8460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3" name="그룹 12">
              <a:extLst>
                <a:ext uri="{FF2B5EF4-FFF2-40B4-BE49-F238E27FC236}">
                  <a16:creationId xmlns:a16="http://schemas.microsoft.com/office/drawing/2014/main" id="{D58B1428-DBB2-4868-A722-E1F9763B76BB}"/>
                </a:ext>
              </a:extLst>
            </p:cNvPr>
            <p:cNvGrpSpPr/>
            <p:nvPr/>
          </p:nvGrpSpPr>
          <p:grpSpPr>
            <a:xfrm rot="1618660">
              <a:off x="6565721" y="1778723"/>
              <a:ext cx="2217482" cy="1222168"/>
              <a:chOff x="6498880" y="1597593"/>
              <a:chExt cx="2217482" cy="1222168"/>
            </a:xfrm>
          </p:grpSpPr>
          <p:sp>
            <p:nvSpPr>
              <p:cNvPr id="9" name="사각형: 둥근 모서리 8">
                <a:extLst>
                  <a:ext uri="{FF2B5EF4-FFF2-40B4-BE49-F238E27FC236}">
                    <a16:creationId xmlns:a16="http://schemas.microsoft.com/office/drawing/2014/main" id="{6A4F288E-A43B-12BB-9CCB-DE56D43BEF2D}"/>
                  </a:ext>
                </a:extLst>
              </p:cNvPr>
              <p:cNvSpPr/>
              <p:nvPr/>
            </p:nvSpPr>
            <p:spPr>
              <a:xfrm rot="2014633">
                <a:off x="6769867" y="2240339"/>
                <a:ext cx="1946495" cy="579422"/>
              </a:xfrm>
              <a:prstGeom prst="round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1" name="타원 10">
                <a:extLst>
                  <a:ext uri="{FF2B5EF4-FFF2-40B4-BE49-F238E27FC236}">
                    <a16:creationId xmlns:a16="http://schemas.microsoft.com/office/drawing/2014/main" id="{5E0A8545-2C20-3BFB-9BE0-0E3BB7F7339E}"/>
                  </a:ext>
                </a:extLst>
              </p:cNvPr>
              <p:cNvSpPr/>
              <p:nvPr/>
            </p:nvSpPr>
            <p:spPr>
              <a:xfrm>
                <a:off x="6498880" y="1597593"/>
                <a:ext cx="844990" cy="818174"/>
              </a:xfrm>
              <a:prstGeom prst="ellipse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sp>
        <p:nvSpPr>
          <p:cNvPr id="12" name="타원 11">
            <a:extLst>
              <a:ext uri="{FF2B5EF4-FFF2-40B4-BE49-F238E27FC236}">
                <a16:creationId xmlns:a16="http://schemas.microsoft.com/office/drawing/2014/main" id="{4031F8D4-3F07-902B-5746-8D4F5C4D0692}"/>
              </a:ext>
            </a:extLst>
          </p:cNvPr>
          <p:cNvSpPr/>
          <p:nvPr/>
        </p:nvSpPr>
        <p:spPr>
          <a:xfrm>
            <a:off x="3063504" y="74354"/>
            <a:ext cx="5220000" cy="5220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41F106BE-27EA-86B2-3DAF-A14150E5BFC7}"/>
              </a:ext>
            </a:extLst>
          </p:cNvPr>
          <p:cNvSpPr/>
          <p:nvPr/>
        </p:nvSpPr>
        <p:spPr>
          <a:xfrm>
            <a:off x="7235190" y="2427954"/>
            <a:ext cx="323273" cy="295563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49F46AD2-68CE-3945-0BBA-09D30552FB52}"/>
              </a:ext>
            </a:extLst>
          </p:cNvPr>
          <p:cNvSpPr/>
          <p:nvPr/>
        </p:nvSpPr>
        <p:spPr>
          <a:xfrm>
            <a:off x="8142553" y="2400874"/>
            <a:ext cx="361732" cy="349721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400CBE77-ECC3-D839-34A4-C7B8A784FCC1}"/>
              </a:ext>
            </a:extLst>
          </p:cNvPr>
          <p:cNvSpPr/>
          <p:nvPr/>
        </p:nvSpPr>
        <p:spPr>
          <a:xfrm>
            <a:off x="5686826" y="982698"/>
            <a:ext cx="3420000" cy="34344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01C3DA6C-B217-B88E-D7DA-6DD28452AFC3}"/>
              </a:ext>
            </a:extLst>
          </p:cNvPr>
          <p:cNvSpPr/>
          <p:nvPr/>
        </p:nvSpPr>
        <p:spPr>
          <a:xfrm>
            <a:off x="7197881" y="4044475"/>
            <a:ext cx="725041" cy="74378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60821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4BBC61-D140-0EBF-5CEC-37099E4BE7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타원 26">
            <a:extLst>
              <a:ext uri="{FF2B5EF4-FFF2-40B4-BE49-F238E27FC236}">
                <a16:creationId xmlns:a16="http://schemas.microsoft.com/office/drawing/2014/main" id="{B2A32DD4-05E0-3E0C-EF5B-8F643A39827E}"/>
              </a:ext>
            </a:extLst>
          </p:cNvPr>
          <p:cNvSpPr/>
          <p:nvPr/>
        </p:nvSpPr>
        <p:spPr>
          <a:xfrm>
            <a:off x="4030011" y="1007297"/>
            <a:ext cx="3420000" cy="34200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FCD5728C-BF0A-4D02-6225-FBE73E0DA6E2}"/>
              </a:ext>
            </a:extLst>
          </p:cNvPr>
          <p:cNvSpPr/>
          <p:nvPr/>
        </p:nvSpPr>
        <p:spPr>
          <a:xfrm>
            <a:off x="5152930" y="2163780"/>
            <a:ext cx="1041149" cy="1041148"/>
          </a:xfrm>
          <a:prstGeom prst="round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0D1F6B48-8C56-ECDB-0EB2-A0810576B024}"/>
              </a:ext>
            </a:extLst>
          </p:cNvPr>
          <p:cNvGrpSpPr/>
          <p:nvPr/>
        </p:nvGrpSpPr>
        <p:grpSpPr>
          <a:xfrm rot="9124632">
            <a:off x="2883710" y="2913352"/>
            <a:ext cx="3532193" cy="1330642"/>
            <a:chOff x="5251010" y="1778723"/>
            <a:chExt cx="3532193" cy="1330642"/>
          </a:xfrm>
        </p:grpSpPr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5E95AD6D-3D2E-C21A-88FA-CA587171F760}"/>
                </a:ext>
              </a:extLst>
            </p:cNvPr>
            <p:cNvGrpSpPr/>
            <p:nvPr/>
          </p:nvGrpSpPr>
          <p:grpSpPr>
            <a:xfrm>
              <a:off x="5251010" y="2047701"/>
              <a:ext cx="2046082" cy="1061664"/>
              <a:chOff x="5251010" y="2047701"/>
              <a:chExt cx="2046082" cy="1061664"/>
            </a:xfrm>
          </p:grpSpPr>
          <p:sp>
            <p:nvSpPr>
              <p:cNvPr id="3" name="사각형: 둥근 모서리 2">
                <a:extLst>
                  <a:ext uri="{FF2B5EF4-FFF2-40B4-BE49-F238E27FC236}">
                    <a16:creationId xmlns:a16="http://schemas.microsoft.com/office/drawing/2014/main" id="{33326427-01B8-3156-B772-9D2A290FC6FC}"/>
                  </a:ext>
                </a:extLst>
              </p:cNvPr>
              <p:cNvSpPr/>
              <p:nvPr/>
            </p:nvSpPr>
            <p:spPr>
              <a:xfrm rot="19806311">
                <a:off x="5350597" y="2047701"/>
                <a:ext cx="1946495" cy="579422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" name="타원 4">
                <a:extLst>
                  <a:ext uri="{FF2B5EF4-FFF2-40B4-BE49-F238E27FC236}">
                    <a16:creationId xmlns:a16="http://schemas.microsoft.com/office/drawing/2014/main" id="{E431B7F2-3342-10CE-8348-A21EB12745F2}"/>
                  </a:ext>
                </a:extLst>
              </p:cNvPr>
              <p:cNvSpPr/>
              <p:nvPr/>
            </p:nvSpPr>
            <p:spPr>
              <a:xfrm>
                <a:off x="5251010" y="2263365"/>
                <a:ext cx="844990" cy="8460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3" name="그룹 12">
              <a:extLst>
                <a:ext uri="{FF2B5EF4-FFF2-40B4-BE49-F238E27FC236}">
                  <a16:creationId xmlns:a16="http://schemas.microsoft.com/office/drawing/2014/main" id="{66EC479E-02E6-C3A2-9A68-D39BD062482B}"/>
                </a:ext>
              </a:extLst>
            </p:cNvPr>
            <p:cNvGrpSpPr/>
            <p:nvPr/>
          </p:nvGrpSpPr>
          <p:grpSpPr>
            <a:xfrm rot="1618660">
              <a:off x="6565721" y="1778723"/>
              <a:ext cx="2217482" cy="1222168"/>
              <a:chOff x="6498880" y="1597593"/>
              <a:chExt cx="2217482" cy="1222168"/>
            </a:xfrm>
          </p:grpSpPr>
          <p:sp>
            <p:nvSpPr>
              <p:cNvPr id="9" name="사각형: 둥근 모서리 8">
                <a:extLst>
                  <a:ext uri="{FF2B5EF4-FFF2-40B4-BE49-F238E27FC236}">
                    <a16:creationId xmlns:a16="http://schemas.microsoft.com/office/drawing/2014/main" id="{224151B9-9568-BAE8-2486-C0B33B5A315F}"/>
                  </a:ext>
                </a:extLst>
              </p:cNvPr>
              <p:cNvSpPr/>
              <p:nvPr/>
            </p:nvSpPr>
            <p:spPr>
              <a:xfrm rot="2014633">
                <a:off x="6769867" y="2240339"/>
                <a:ext cx="1946495" cy="579422"/>
              </a:xfrm>
              <a:prstGeom prst="round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1" name="타원 10">
                <a:extLst>
                  <a:ext uri="{FF2B5EF4-FFF2-40B4-BE49-F238E27FC236}">
                    <a16:creationId xmlns:a16="http://schemas.microsoft.com/office/drawing/2014/main" id="{148490B4-A0E4-F6AD-4DBF-595D9CC045F7}"/>
                  </a:ext>
                </a:extLst>
              </p:cNvPr>
              <p:cNvSpPr/>
              <p:nvPr/>
            </p:nvSpPr>
            <p:spPr>
              <a:xfrm>
                <a:off x="6498880" y="1597593"/>
                <a:ext cx="844990" cy="818174"/>
              </a:xfrm>
              <a:prstGeom prst="ellipse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</p:grpSp>
      <p:sp>
        <p:nvSpPr>
          <p:cNvPr id="12" name="타원 11">
            <a:extLst>
              <a:ext uri="{FF2B5EF4-FFF2-40B4-BE49-F238E27FC236}">
                <a16:creationId xmlns:a16="http://schemas.microsoft.com/office/drawing/2014/main" id="{C9E16E33-965B-CEAE-96D3-6842B04A9765}"/>
              </a:ext>
            </a:extLst>
          </p:cNvPr>
          <p:cNvSpPr/>
          <p:nvPr/>
        </p:nvSpPr>
        <p:spPr>
          <a:xfrm>
            <a:off x="3063504" y="74354"/>
            <a:ext cx="5220000" cy="5220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13FFF52A-E0C3-671E-A80D-AF882F6F55E0}"/>
              </a:ext>
            </a:extLst>
          </p:cNvPr>
          <p:cNvSpPr/>
          <p:nvPr/>
        </p:nvSpPr>
        <p:spPr>
          <a:xfrm>
            <a:off x="7283686" y="2472293"/>
            <a:ext cx="323273" cy="295563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29558B55-6476-6065-C0D8-CA1C0141B858}"/>
              </a:ext>
            </a:extLst>
          </p:cNvPr>
          <p:cNvSpPr/>
          <p:nvPr/>
        </p:nvSpPr>
        <p:spPr>
          <a:xfrm>
            <a:off x="8142553" y="2400874"/>
            <a:ext cx="361732" cy="349721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6674D856-BE34-4EDE-F78B-7A36CCAA25EF}"/>
              </a:ext>
            </a:extLst>
          </p:cNvPr>
          <p:cNvSpPr/>
          <p:nvPr/>
        </p:nvSpPr>
        <p:spPr>
          <a:xfrm>
            <a:off x="5673504" y="1000097"/>
            <a:ext cx="3420000" cy="34344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2FB27374-91F7-B043-B4E3-584F2FB7F4FA}"/>
              </a:ext>
            </a:extLst>
          </p:cNvPr>
          <p:cNvSpPr/>
          <p:nvPr/>
        </p:nvSpPr>
        <p:spPr>
          <a:xfrm>
            <a:off x="2773073" y="2684354"/>
            <a:ext cx="725041" cy="74378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2613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그룹 28">
            <a:extLst>
              <a:ext uri="{FF2B5EF4-FFF2-40B4-BE49-F238E27FC236}">
                <a16:creationId xmlns:a16="http://schemas.microsoft.com/office/drawing/2014/main" id="{37A095BF-C68C-707B-3B7A-7A8EEF575B46}"/>
              </a:ext>
            </a:extLst>
          </p:cNvPr>
          <p:cNvGrpSpPr/>
          <p:nvPr/>
        </p:nvGrpSpPr>
        <p:grpSpPr>
          <a:xfrm>
            <a:off x="2459465" y="667502"/>
            <a:ext cx="6760735" cy="5522996"/>
            <a:chOff x="687845" y="2332129"/>
            <a:chExt cx="4308091" cy="3616228"/>
          </a:xfrm>
          <a:solidFill>
            <a:schemeClr val="bg1"/>
          </a:solidFill>
        </p:grpSpPr>
        <p:sp>
          <p:nvSpPr>
            <p:cNvPr id="32" name="사각형: 둥근 모서리 31">
              <a:extLst>
                <a:ext uri="{FF2B5EF4-FFF2-40B4-BE49-F238E27FC236}">
                  <a16:creationId xmlns:a16="http://schemas.microsoft.com/office/drawing/2014/main" id="{2082C0DF-446A-36D0-6C3D-7659E874EA48}"/>
                </a:ext>
              </a:extLst>
            </p:cNvPr>
            <p:cNvSpPr/>
            <p:nvPr/>
          </p:nvSpPr>
          <p:spPr>
            <a:xfrm>
              <a:off x="2916560" y="4594635"/>
              <a:ext cx="862607" cy="543598"/>
            </a:xfrm>
            <a:prstGeom prst="round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13"/>
            </a:p>
          </p:txBody>
        </p:sp>
        <p:sp>
          <p:nvSpPr>
            <p:cNvPr id="33" name="사각형: 둥근 모서리 32">
              <a:extLst>
                <a:ext uri="{FF2B5EF4-FFF2-40B4-BE49-F238E27FC236}">
                  <a16:creationId xmlns:a16="http://schemas.microsoft.com/office/drawing/2014/main" id="{D07DE0D5-A71A-DEB5-15FC-0F134C1CA8B0}"/>
                </a:ext>
              </a:extLst>
            </p:cNvPr>
            <p:cNvSpPr/>
            <p:nvPr/>
          </p:nvSpPr>
          <p:spPr>
            <a:xfrm>
              <a:off x="1904213" y="4594635"/>
              <a:ext cx="862608" cy="543598"/>
            </a:xfrm>
            <a:prstGeom prst="round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13"/>
            </a:p>
          </p:txBody>
        </p:sp>
        <p:sp>
          <p:nvSpPr>
            <p:cNvPr id="34" name="육각형 33">
              <a:extLst>
                <a:ext uri="{FF2B5EF4-FFF2-40B4-BE49-F238E27FC236}">
                  <a16:creationId xmlns:a16="http://schemas.microsoft.com/office/drawing/2014/main" id="{D71A7FD4-C99F-F98D-77AD-F1D30D2C5681}"/>
                </a:ext>
              </a:extLst>
            </p:cNvPr>
            <p:cNvSpPr/>
            <p:nvPr/>
          </p:nvSpPr>
          <p:spPr>
            <a:xfrm rot="5400000">
              <a:off x="1828993" y="3153455"/>
              <a:ext cx="2025000" cy="2025000"/>
            </a:xfrm>
            <a:prstGeom prst="hexagon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13" dirty="0"/>
            </a:p>
          </p:txBody>
        </p:sp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19520B86-B296-A924-90A9-91391B24C45D}"/>
                </a:ext>
              </a:extLst>
            </p:cNvPr>
            <p:cNvSpPr/>
            <p:nvPr/>
          </p:nvSpPr>
          <p:spPr>
            <a:xfrm rot="20011563">
              <a:off x="1973936" y="3305604"/>
              <a:ext cx="704321" cy="98450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13" dirty="0"/>
            </a:p>
          </p:txBody>
        </p:sp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FC3FC0A5-D8DA-C4C4-E60F-AEF4A851764C}"/>
                </a:ext>
              </a:extLst>
            </p:cNvPr>
            <p:cNvSpPr/>
            <p:nvPr/>
          </p:nvSpPr>
          <p:spPr>
            <a:xfrm rot="16200000">
              <a:off x="1424096" y="4098379"/>
              <a:ext cx="712781" cy="97282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13"/>
            </a:p>
          </p:txBody>
        </p:sp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22BF9849-9396-2EDE-0E53-23C76DF7B5D2}"/>
                </a:ext>
              </a:extLst>
            </p:cNvPr>
            <p:cNvSpPr/>
            <p:nvPr/>
          </p:nvSpPr>
          <p:spPr>
            <a:xfrm rot="1599716">
              <a:off x="3008452" y="3307544"/>
              <a:ext cx="704321" cy="98450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13"/>
            </a:p>
          </p:txBody>
        </p:sp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5DBC48FE-F035-F92A-B3A0-D0E44F4AE569}"/>
                </a:ext>
              </a:extLst>
            </p:cNvPr>
            <p:cNvSpPr/>
            <p:nvPr/>
          </p:nvSpPr>
          <p:spPr>
            <a:xfrm rot="10800000">
              <a:off x="1979126" y="5137988"/>
              <a:ext cx="712781" cy="97282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13"/>
            </a:p>
          </p:txBody>
        </p:sp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C18F527A-39C9-310A-4F3C-6775A70D538D}"/>
                </a:ext>
              </a:extLst>
            </p:cNvPr>
            <p:cNvSpPr/>
            <p:nvPr/>
          </p:nvSpPr>
          <p:spPr>
            <a:xfrm rot="10800000">
              <a:off x="2991473" y="5137988"/>
              <a:ext cx="712781" cy="97282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13"/>
            </a:p>
          </p:txBody>
        </p:sp>
        <p:sp>
          <p:nvSpPr>
            <p:cNvPr id="40" name="사각형: 둥근 모서리 39">
              <a:extLst>
                <a:ext uri="{FF2B5EF4-FFF2-40B4-BE49-F238E27FC236}">
                  <a16:creationId xmlns:a16="http://schemas.microsoft.com/office/drawing/2014/main" id="{BCB80CB6-2FDD-5335-E155-BD1D46889CC5}"/>
                </a:ext>
              </a:extLst>
            </p:cNvPr>
            <p:cNvSpPr/>
            <p:nvPr/>
          </p:nvSpPr>
          <p:spPr>
            <a:xfrm>
              <a:off x="1904213" y="5235271"/>
              <a:ext cx="862608" cy="619755"/>
            </a:xfrm>
            <a:prstGeom prst="round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13"/>
            </a:p>
          </p:txBody>
        </p:sp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8EB7F179-8494-E055-A2E2-8F25FE357712}"/>
                </a:ext>
              </a:extLst>
            </p:cNvPr>
            <p:cNvSpPr/>
            <p:nvPr/>
          </p:nvSpPr>
          <p:spPr>
            <a:xfrm>
              <a:off x="1991300" y="5391298"/>
              <a:ext cx="303750" cy="303750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13"/>
            </a:p>
          </p:txBody>
        </p:sp>
        <p:sp>
          <p:nvSpPr>
            <p:cNvPr id="42" name="타원 41">
              <a:extLst>
                <a:ext uri="{FF2B5EF4-FFF2-40B4-BE49-F238E27FC236}">
                  <a16:creationId xmlns:a16="http://schemas.microsoft.com/office/drawing/2014/main" id="{3588A89B-A2A0-E429-40F9-C8FA14043907}"/>
                </a:ext>
              </a:extLst>
            </p:cNvPr>
            <p:cNvSpPr/>
            <p:nvPr/>
          </p:nvSpPr>
          <p:spPr>
            <a:xfrm>
              <a:off x="2386065" y="5391298"/>
              <a:ext cx="303750" cy="303750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13"/>
            </a:p>
          </p:txBody>
        </p:sp>
        <p:sp>
          <p:nvSpPr>
            <p:cNvPr id="43" name="사각형: 둥근 모서리 42">
              <a:extLst>
                <a:ext uri="{FF2B5EF4-FFF2-40B4-BE49-F238E27FC236}">
                  <a16:creationId xmlns:a16="http://schemas.microsoft.com/office/drawing/2014/main" id="{464AEFD8-416B-F82F-0DB2-F5BE49BCB8C6}"/>
                </a:ext>
              </a:extLst>
            </p:cNvPr>
            <p:cNvSpPr/>
            <p:nvPr/>
          </p:nvSpPr>
          <p:spPr>
            <a:xfrm>
              <a:off x="2916560" y="5235271"/>
              <a:ext cx="862608" cy="619755"/>
            </a:xfrm>
            <a:prstGeom prst="round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13"/>
            </a:p>
          </p:txBody>
        </p:sp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F91546A6-2C55-8BD8-713E-FF122D72C797}"/>
                </a:ext>
              </a:extLst>
            </p:cNvPr>
            <p:cNvSpPr/>
            <p:nvPr/>
          </p:nvSpPr>
          <p:spPr>
            <a:xfrm>
              <a:off x="3003647" y="5391298"/>
              <a:ext cx="303750" cy="303750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13"/>
            </a:p>
          </p:txBody>
        </p:sp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96F0EFB1-D3C3-34E5-CE95-D9363C61BC59}"/>
                </a:ext>
              </a:extLst>
            </p:cNvPr>
            <p:cNvSpPr/>
            <p:nvPr/>
          </p:nvSpPr>
          <p:spPr>
            <a:xfrm>
              <a:off x="3398412" y="5391298"/>
              <a:ext cx="303750" cy="303750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13"/>
            </a:p>
          </p:txBody>
        </p:sp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E8272243-314E-AE58-4C39-03D102E98DB1}"/>
                </a:ext>
              </a:extLst>
            </p:cNvPr>
            <p:cNvSpPr/>
            <p:nvPr/>
          </p:nvSpPr>
          <p:spPr>
            <a:xfrm rot="16200000">
              <a:off x="3546904" y="4098380"/>
              <a:ext cx="712781" cy="97282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13" dirty="0"/>
            </a:p>
          </p:txBody>
        </p:sp>
        <p:grpSp>
          <p:nvGrpSpPr>
            <p:cNvPr id="47" name="그룹 46">
              <a:extLst>
                <a:ext uri="{FF2B5EF4-FFF2-40B4-BE49-F238E27FC236}">
                  <a16:creationId xmlns:a16="http://schemas.microsoft.com/office/drawing/2014/main" id="{F88C5AC1-0D9A-387E-CAF1-7C24E2489D51}"/>
                </a:ext>
              </a:extLst>
            </p:cNvPr>
            <p:cNvGrpSpPr/>
            <p:nvPr/>
          </p:nvGrpSpPr>
          <p:grpSpPr>
            <a:xfrm>
              <a:off x="687845" y="3625020"/>
              <a:ext cx="1044000" cy="1044000"/>
              <a:chOff x="687845" y="3625020"/>
              <a:chExt cx="1044000" cy="1044000"/>
            </a:xfrm>
            <a:grpFill/>
          </p:grpSpPr>
          <p:sp>
            <p:nvSpPr>
              <p:cNvPr id="65" name="사각형: 둥근 모서리 64">
                <a:extLst>
                  <a:ext uri="{FF2B5EF4-FFF2-40B4-BE49-F238E27FC236}">
                    <a16:creationId xmlns:a16="http://schemas.microsoft.com/office/drawing/2014/main" id="{848D741A-57B8-7423-6F57-B93D62D7E004}"/>
                  </a:ext>
                </a:extLst>
              </p:cNvPr>
              <p:cNvSpPr/>
              <p:nvPr/>
            </p:nvSpPr>
            <p:spPr>
              <a:xfrm>
                <a:off x="687845" y="3625020"/>
                <a:ext cx="1044000" cy="1044000"/>
              </a:xfrm>
              <a:prstGeom prst="round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6" name="타원 65">
                <a:extLst>
                  <a:ext uri="{FF2B5EF4-FFF2-40B4-BE49-F238E27FC236}">
                    <a16:creationId xmlns:a16="http://schemas.microsoft.com/office/drawing/2014/main" id="{144E0100-46F9-011A-58A4-9EBAEA710CCB}"/>
                  </a:ext>
                </a:extLst>
              </p:cNvPr>
              <p:cNvSpPr/>
              <p:nvPr/>
            </p:nvSpPr>
            <p:spPr>
              <a:xfrm>
                <a:off x="853063" y="4014080"/>
                <a:ext cx="303750" cy="303750"/>
              </a:xfrm>
              <a:prstGeom prst="ellips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13"/>
              </a:p>
            </p:txBody>
          </p:sp>
          <p:sp>
            <p:nvSpPr>
              <p:cNvPr id="67" name="타원 66">
                <a:extLst>
                  <a:ext uri="{FF2B5EF4-FFF2-40B4-BE49-F238E27FC236}">
                    <a16:creationId xmlns:a16="http://schemas.microsoft.com/office/drawing/2014/main" id="{062C3F1D-0C32-1256-29F8-6D7DDF1D7A9E}"/>
                  </a:ext>
                </a:extLst>
              </p:cNvPr>
              <p:cNvSpPr/>
              <p:nvPr/>
            </p:nvSpPr>
            <p:spPr>
              <a:xfrm>
                <a:off x="1253961" y="4014080"/>
                <a:ext cx="303750" cy="303750"/>
              </a:xfrm>
              <a:prstGeom prst="ellips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13"/>
              </a:p>
            </p:txBody>
          </p:sp>
        </p:grpSp>
        <p:grpSp>
          <p:nvGrpSpPr>
            <p:cNvPr id="48" name="그룹 47">
              <a:extLst>
                <a:ext uri="{FF2B5EF4-FFF2-40B4-BE49-F238E27FC236}">
                  <a16:creationId xmlns:a16="http://schemas.microsoft.com/office/drawing/2014/main" id="{A2BF593D-935A-15A8-0D8B-F141A6D2B8F9}"/>
                </a:ext>
              </a:extLst>
            </p:cNvPr>
            <p:cNvGrpSpPr/>
            <p:nvPr/>
          </p:nvGrpSpPr>
          <p:grpSpPr>
            <a:xfrm rot="20016713">
              <a:off x="1538337" y="2333321"/>
              <a:ext cx="1044000" cy="1044000"/>
              <a:chOff x="687845" y="3625020"/>
              <a:chExt cx="1044000" cy="1044000"/>
            </a:xfrm>
            <a:grpFill/>
          </p:grpSpPr>
          <p:sp>
            <p:nvSpPr>
              <p:cNvPr id="62" name="사각형: 둥근 모서리 61">
                <a:extLst>
                  <a:ext uri="{FF2B5EF4-FFF2-40B4-BE49-F238E27FC236}">
                    <a16:creationId xmlns:a16="http://schemas.microsoft.com/office/drawing/2014/main" id="{859ED3EC-48E1-2FED-2F9D-01997F1DD5CD}"/>
                  </a:ext>
                </a:extLst>
              </p:cNvPr>
              <p:cNvSpPr/>
              <p:nvPr/>
            </p:nvSpPr>
            <p:spPr>
              <a:xfrm>
                <a:off x="687845" y="3625020"/>
                <a:ext cx="1044000" cy="1044000"/>
              </a:xfrm>
              <a:prstGeom prst="round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3" name="타원 62">
                <a:extLst>
                  <a:ext uri="{FF2B5EF4-FFF2-40B4-BE49-F238E27FC236}">
                    <a16:creationId xmlns:a16="http://schemas.microsoft.com/office/drawing/2014/main" id="{E5B9F2CE-4A03-ECD0-26E6-9AE71191BF99}"/>
                  </a:ext>
                </a:extLst>
              </p:cNvPr>
              <p:cNvSpPr/>
              <p:nvPr/>
            </p:nvSpPr>
            <p:spPr>
              <a:xfrm>
                <a:off x="853063" y="4014080"/>
                <a:ext cx="303750" cy="303750"/>
              </a:xfrm>
              <a:prstGeom prst="ellips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13"/>
              </a:p>
            </p:txBody>
          </p:sp>
          <p:sp>
            <p:nvSpPr>
              <p:cNvPr id="64" name="타원 63">
                <a:extLst>
                  <a:ext uri="{FF2B5EF4-FFF2-40B4-BE49-F238E27FC236}">
                    <a16:creationId xmlns:a16="http://schemas.microsoft.com/office/drawing/2014/main" id="{32D596C1-A5F1-D7D3-DDCA-845B13B03D4E}"/>
                  </a:ext>
                </a:extLst>
              </p:cNvPr>
              <p:cNvSpPr/>
              <p:nvPr/>
            </p:nvSpPr>
            <p:spPr>
              <a:xfrm>
                <a:off x="1253961" y="4014080"/>
                <a:ext cx="303750" cy="303750"/>
              </a:xfrm>
              <a:prstGeom prst="ellips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13"/>
              </a:p>
            </p:txBody>
          </p:sp>
        </p:grpSp>
        <p:grpSp>
          <p:nvGrpSpPr>
            <p:cNvPr id="49" name="그룹 48">
              <a:extLst>
                <a:ext uri="{FF2B5EF4-FFF2-40B4-BE49-F238E27FC236}">
                  <a16:creationId xmlns:a16="http://schemas.microsoft.com/office/drawing/2014/main" id="{DBEC4C93-F789-E5EA-E7EE-F9C50E13A73B}"/>
                </a:ext>
              </a:extLst>
            </p:cNvPr>
            <p:cNvGrpSpPr/>
            <p:nvPr/>
          </p:nvGrpSpPr>
          <p:grpSpPr>
            <a:xfrm rot="1600827">
              <a:off x="3099458" y="2332129"/>
              <a:ext cx="1044000" cy="1044000"/>
              <a:chOff x="687845" y="3625020"/>
              <a:chExt cx="1044000" cy="1044000"/>
            </a:xfrm>
            <a:grpFill/>
          </p:grpSpPr>
          <p:sp>
            <p:nvSpPr>
              <p:cNvPr id="59" name="사각형: 둥근 모서리 58">
                <a:extLst>
                  <a:ext uri="{FF2B5EF4-FFF2-40B4-BE49-F238E27FC236}">
                    <a16:creationId xmlns:a16="http://schemas.microsoft.com/office/drawing/2014/main" id="{8FB9DA81-0766-88E6-A499-C883086020AE}"/>
                  </a:ext>
                </a:extLst>
              </p:cNvPr>
              <p:cNvSpPr/>
              <p:nvPr/>
            </p:nvSpPr>
            <p:spPr>
              <a:xfrm>
                <a:off x="687845" y="3625020"/>
                <a:ext cx="1044000" cy="1044000"/>
              </a:xfrm>
              <a:prstGeom prst="round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60" name="타원 59">
                <a:extLst>
                  <a:ext uri="{FF2B5EF4-FFF2-40B4-BE49-F238E27FC236}">
                    <a16:creationId xmlns:a16="http://schemas.microsoft.com/office/drawing/2014/main" id="{9F419CCC-0673-8761-8235-0A4A54339E61}"/>
                  </a:ext>
                </a:extLst>
              </p:cNvPr>
              <p:cNvSpPr/>
              <p:nvPr/>
            </p:nvSpPr>
            <p:spPr>
              <a:xfrm>
                <a:off x="853063" y="4014080"/>
                <a:ext cx="303750" cy="303750"/>
              </a:xfrm>
              <a:prstGeom prst="ellips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13"/>
              </a:p>
            </p:txBody>
          </p:sp>
          <p:sp>
            <p:nvSpPr>
              <p:cNvPr id="61" name="타원 60">
                <a:extLst>
                  <a:ext uri="{FF2B5EF4-FFF2-40B4-BE49-F238E27FC236}">
                    <a16:creationId xmlns:a16="http://schemas.microsoft.com/office/drawing/2014/main" id="{4F771A56-4988-D57B-8499-F31F10FEBD78}"/>
                  </a:ext>
                </a:extLst>
              </p:cNvPr>
              <p:cNvSpPr/>
              <p:nvPr/>
            </p:nvSpPr>
            <p:spPr>
              <a:xfrm>
                <a:off x="1253961" y="4014080"/>
                <a:ext cx="303750" cy="303750"/>
              </a:xfrm>
              <a:prstGeom prst="ellips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13"/>
              </a:p>
            </p:txBody>
          </p:sp>
        </p:grpSp>
        <p:grpSp>
          <p:nvGrpSpPr>
            <p:cNvPr id="50" name="그룹 49">
              <a:extLst>
                <a:ext uri="{FF2B5EF4-FFF2-40B4-BE49-F238E27FC236}">
                  <a16:creationId xmlns:a16="http://schemas.microsoft.com/office/drawing/2014/main" id="{97118D3A-D10D-B533-9B83-35E62B94434E}"/>
                </a:ext>
              </a:extLst>
            </p:cNvPr>
            <p:cNvGrpSpPr/>
            <p:nvPr/>
          </p:nvGrpSpPr>
          <p:grpSpPr>
            <a:xfrm>
              <a:off x="3951936" y="3625020"/>
              <a:ext cx="1044000" cy="1044000"/>
              <a:chOff x="691020" y="3625020"/>
              <a:chExt cx="1044000" cy="1044000"/>
            </a:xfrm>
            <a:grpFill/>
          </p:grpSpPr>
          <p:sp>
            <p:nvSpPr>
              <p:cNvPr id="56" name="사각형: 둥근 모서리 55">
                <a:extLst>
                  <a:ext uri="{FF2B5EF4-FFF2-40B4-BE49-F238E27FC236}">
                    <a16:creationId xmlns:a16="http://schemas.microsoft.com/office/drawing/2014/main" id="{CE5EA7C3-0EF3-FBEF-B4EB-DA657DE3F440}"/>
                  </a:ext>
                </a:extLst>
              </p:cNvPr>
              <p:cNvSpPr/>
              <p:nvPr/>
            </p:nvSpPr>
            <p:spPr>
              <a:xfrm>
                <a:off x="691020" y="3625020"/>
                <a:ext cx="1044000" cy="1044000"/>
              </a:xfrm>
              <a:prstGeom prst="round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7" name="타원 56">
                <a:extLst>
                  <a:ext uri="{FF2B5EF4-FFF2-40B4-BE49-F238E27FC236}">
                    <a16:creationId xmlns:a16="http://schemas.microsoft.com/office/drawing/2014/main" id="{849D33F3-1EA3-5C81-6FBF-474803083341}"/>
                  </a:ext>
                </a:extLst>
              </p:cNvPr>
              <p:cNvSpPr/>
              <p:nvPr/>
            </p:nvSpPr>
            <p:spPr>
              <a:xfrm>
                <a:off x="853063" y="4014080"/>
                <a:ext cx="303750" cy="303750"/>
              </a:xfrm>
              <a:prstGeom prst="ellips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13"/>
              </a:p>
            </p:txBody>
          </p:sp>
          <p:sp>
            <p:nvSpPr>
              <p:cNvPr id="58" name="타원 57">
                <a:extLst>
                  <a:ext uri="{FF2B5EF4-FFF2-40B4-BE49-F238E27FC236}">
                    <a16:creationId xmlns:a16="http://schemas.microsoft.com/office/drawing/2014/main" id="{9DB39603-F8BB-E139-E455-C990053747CE}"/>
                  </a:ext>
                </a:extLst>
              </p:cNvPr>
              <p:cNvSpPr/>
              <p:nvPr/>
            </p:nvSpPr>
            <p:spPr>
              <a:xfrm>
                <a:off x="1253961" y="4014080"/>
                <a:ext cx="303750" cy="303750"/>
              </a:xfrm>
              <a:prstGeom prst="ellips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13"/>
              </a:p>
            </p:txBody>
          </p:sp>
        </p:grpSp>
        <p:sp>
          <p:nvSpPr>
            <p:cNvPr id="51" name="직사각형 50">
              <a:extLst>
                <a:ext uri="{FF2B5EF4-FFF2-40B4-BE49-F238E27FC236}">
                  <a16:creationId xmlns:a16="http://schemas.microsoft.com/office/drawing/2014/main" id="{A7151A99-1A8F-EBC1-1433-3EB6484095B8}"/>
                </a:ext>
              </a:extLst>
            </p:cNvPr>
            <p:cNvSpPr/>
            <p:nvPr/>
          </p:nvSpPr>
          <p:spPr>
            <a:xfrm rot="10800000">
              <a:off x="1979125" y="5851075"/>
              <a:ext cx="712781" cy="97282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13"/>
            </a:p>
          </p:txBody>
        </p:sp>
        <p:sp>
          <p:nvSpPr>
            <p:cNvPr id="52" name="직사각형 51">
              <a:extLst>
                <a:ext uri="{FF2B5EF4-FFF2-40B4-BE49-F238E27FC236}">
                  <a16:creationId xmlns:a16="http://schemas.microsoft.com/office/drawing/2014/main" id="{4B80C4AD-5DB8-8252-9AB6-86C77B74C3ED}"/>
                </a:ext>
              </a:extLst>
            </p:cNvPr>
            <p:cNvSpPr/>
            <p:nvPr/>
          </p:nvSpPr>
          <p:spPr>
            <a:xfrm rot="10800000">
              <a:off x="2993985" y="5851075"/>
              <a:ext cx="712781" cy="97282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13"/>
            </a:p>
          </p:txBody>
        </p:sp>
      </p:grpSp>
      <p:sp>
        <p:nvSpPr>
          <p:cNvPr id="68" name="타원 67">
            <a:extLst>
              <a:ext uri="{FF2B5EF4-FFF2-40B4-BE49-F238E27FC236}">
                <a16:creationId xmlns:a16="http://schemas.microsoft.com/office/drawing/2014/main" id="{A027533B-893C-8BC3-5D14-ACA87BC3AC0E}"/>
              </a:ext>
            </a:extLst>
          </p:cNvPr>
          <p:cNvSpPr/>
          <p:nvPr/>
        </p:nvSpPr>
        <p:spPr>
          <a:xfrm>
            <a:off x="3442224" y="3314776"/>
            <a:ext cx="318356" cy="306986"/>
          </a:xfrm>
          <a:prstGeom prst="ellipse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9" name="타원 68">
            <a:extLst>
              <a:ext uri="{FF2B5EF4-FFF2-40B4-BE49-F238E27FC236}">
                <a16:creationId xmlns:a16="http://schemas.microsoft.com/office/drawing/2014/main" id="{77E963A4-25A1-82CE-096C-2EEC6F8162BB}"/>
              </a:ext>
            </a:extLst>
          </p:cNvPr>
          <p:cNvSpPr/>
          <p:nvPr/>
        </p:nvSpPr>
        <p:spPr>
          <a:xfrm>
            <a:off x="4625065" y="3314776"/>
            <a:ext cx="318356" cy="306986"/>
          </a:xfrm>
          <a:prstGeom prst="ellipse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1" name="직선 화살표 연결선 70">
            <a:extLst>
              <a:ext uri="{FF2B5EF4-FFF2-40B4-BE49-F238E27FC236}">
                <a16:creationId xmlns:a16="http://schemas.microsoft.com/office/drawing/2014/main" id="{3D172F0A-1306-351D-B0BB-08B448D1C007}"/>
              </a:ext>
            </a:extLst>
          </p:cNvPr>
          <p:cNvCxnSpPr/>
          <p:nvPr/>
        </p:nvCxnSpPr>
        <p:spPr>
          <a:xfrm>
            <a:off x="3586216" y="3468269"/>
            <a:ext cx="119802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17164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7983A9-5A90-1FAB-15EF-527DDE3A27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그룹 28">
            <a:extLst>
              <a:ext uri="{FF2B5EF4-FFF2-40B4-BE49-F238E27FC236}">
                <a16:creationId xmlns:a16="http://schemas.microsoft.com/office/drawing/2014/main" id="{58BBDB05-6972-5E5B-4660-6F1BB54E0F62}"/>
              </a:ext>
            </a:extLst>
          </p:cNvPr>
          <p:cNvGrpSpPr/>
          <p:nvPr/>
        </p:nvGrpSpPr>
        <p:grpSpPr>
          <a:xfrm>
            <a:off x="2459465" y="667502"/>
            <a:ext cx="6760735" cy="5522996"/>
            <a:chOff x="687845" y="2332129"/>
            <a:chExt cx="4308091" cy="3616228"/>
          </a:xfrm>
          <a:solidFill>
            <a:schemeClr val="bg1"/>
          </a:solidFill>
        </p:grpSpPr>
        <p:sp>
          <p:nvSpPr>
            <p:cNvPr id="32" name="사각형: 둥근 모서리 31">
              <a:extLst>
                <a:ext uri="{FF2B5EF4-FFF2-40B4-BE49-F238E27FC236}">
                  <a16:creationId xmlns:a16="http://schemas.microsoft.com/office/drawing/2014/main" id="{31E1DCB0-881E-5899-D200-A4A397A33E5F}"/>
                </a:ext>
              </a:extLst>
            </p:cNvPr>
            <p:cNvSpPr/>
            <p:nvPr/>
          </p:nvSpPr>
          <p:spPr>
            <a:xfrm>
              <a:off x="2916560" y="4594635"/>
              <a:ext cx="862607" cy="543598"/>
            </a:xfrm>
            <a:prstGeom prst="round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13"/>
            </a:p>
          </p:txBody>
        </p:sp>
        <p:sp>
          <p:nvSpPr>
            <p:cNvPr id="33" name="사각형: 둥근 모서리 32">
              <a:extLst>
                <a:ext uri="{FF2B5EF4-FFF2-40B4-BE49-F238E27FC236}">
                  <a16:creationId xmlns:a16="http://schemas.microsoft.com/office/drawing/2014/main" id="{7568E252-AC98-BFF4-7C80-32EF9CCC1130}"/>
                </a:ext>
              </a:extLst>
            </p:cNvPr>
            <p:cNvSpPr/>
            <p:nvPr/>
          </p:nvSpPr>
          <p:spPr>
            <a:xfrm>
              <a:off x="1904213" y="4594635"/>
              <a:ext cx="862608" cy="543598"/>
            </a:xfrm>
            <a:prstGeom prst="round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13"/>
            </a:p>
          </p:txBody>
        </p:sp>
        <p:sp>
          <p:nvSpPr>
            <p:cNvPr id="34" name="육각형 33">
              <a:extLst>
                <a:ext uri="{FF2B5EF4-FFF2-40B4-BE49-F238E27FC236}">
                  <a16:creationId xmlns:a16="http://schemas.microsoft.com/office/drawing/2014/main" id="{1A33CF1F-DCEE-3FF2-AC41-B801698E9389}"/>
                </a:ext>
              </a:extLst>
            </p:cNvPr>
            <p:cNvSpPr/>
            <p:nvPr/>
          </p:nvSpPr>
          <p:spPr>
            <a:xfrm rot="5400000">
              <a:off x="1828993" y="3153455"/>
              <a:ext cx="2025000" cy="2025000"/>
            </a:xfrm>
            <a:prstGeom prst="hexagon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13"/>
            </a:p>
          </p:txBody>
        </p:sp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CC39FC0D-4CDC-07FC-CCA0-69046229FD32}"/>
                </a:ext>
              </a:extLst>
            </p:cNvPr>
            <p:cNvSpPr/>
            <p:nvPr/>
          </p:nvSpPr>
          <p:spPr>
            <a:xfrm rot="20011563">
              <a:off x="1973936" y="3305604"/>
              <a:ext cx="704321" cy="98450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13" dirty="0"/>
            </a:p>
          </p:txBody>
        </p:sp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EF27E842-265E-CD49-0B8B-D2E82DBF9FC6}"/>
                </a:ext>
              </a:extLst>
            </p:cNvPr>
            <p:cNvSpPr/>
            <p:nvPr/>
          </p:nvSpPr>
          <p:spPr>
            <a:xfrm rot="16200000">
              <a:off x="1424096" y="4098379"/>
              <a:ext cx="712781" cy="97282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13"/>
            </a:p>
          </p:txBody>
        </p:sp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FBC014D7-75EA-AD04-8CC7-D60CB7D98524}"/>
                </a:ext>
              </a:extLst>
            </p:cNvPr>
            <p:cNvSpPr/>
            <p:nvPr/>
          </p:nvSpPr>
          <p:spPr>
            <a:xfrm rot="1599716">
              <a:off x="3008452" y="3307544"/>
              <a:ext cx="704321" cy="98450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13"/>
            </a:p>
          </p:txBody>
        </p:sp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711FB1F4-8A7A-8D99-A8CC-EFF182EE6820}"/>
                </a:ext>
              </a:extLst>
            </p:cNvPr>
            <p:cNvSpPr/>
            <p:nvPr/>
          </p:nvSpPr>
          <p:spPr>
            <a:xfrm rot="10800000">
              <a:off x="1979126" y="5137988"/>
              <a:ext cx="712781" cy="97282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13"/>
            </a:p>
          </p:txBody>
        </p:sp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9C940EED-A48F-8647-57D6-E4ADC0A86B2D}"/>
                </a:ext>
              </a:extLst>
            </p:cNvPr>
            <p:cNvSpPr/>
            <p:nvPr/>
          </p:nvSpPr>
          <p:spPr>
            <a:xfrm rot="10800000">
              <a:off x="2991473" y="5137988"/>
              <a:ext cx="712781" cy="97282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13"/>
            </a:p>
          </p:txBody>
        </p:sp>
        <p:sp>
          <p:nvSpPr>
            <p:cNvPr id="40" name="사각형: 둥근 모서리 39">
              <a:extLst>
                <a:ext uri="{FF2B5EF4-FFF2-40B4-BE49-F238E27FC236}">
                  <a16:creationId xmlns:a16="http://schemas.microsoft.com/office/drawing/2014/main" id="{F576FAA5-D24B-A3F2-A382-17EDAA1D6667}"/>
                </a:ext>
              </a:extLst>
            </p:cNvPr>
            <p:cNvSpPr/>
            <p:nvPr/>
          </p:nvSpPr>
          <p:spPr>
            <a:xfrm>
              <a:off x="1904213" y="5235271"/>
              <a:ext cx="862608" cy="619755"/>
            </a:xfrm>
            <a:prstGeom prst="round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13"/>
            </a:p>
          </p:txBody>
        </p:sp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A5027E06-5A13-379E-B4EA-B9F392A119FD}"/>
                </a:ext>
              </a:extLst>
            </p:cNvPr>
            <p:cNvSpPr/>
            <p:nvPr/>
          </p:nvSpPr>
          <p:spPr>
            <a:xfrm>
              <a:off x="1991300" y="5391298"/>
              <a:ext cx="303750" cy="303750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13"/>
            </a:p>
          </p:txBody>
        </p:sp>
        <p:sp>
          <p:nvSpPr>
            <p:cNvPr id="42" name="타원 41">
              <a:extLst>
                <a:ext uri="{FF2B5EF4-FFF2-40B4-BE49-F238E27FC236}">
                  <a16:creationId xmlns:a16="http://schemas.microsoft.com/office/drawing/2014/main" id="{BA062A5C-6637-23C7-B341-017316B2BF7D}"/>
                </a:ext>
              </a:extLst>
            </p:cNvPr>
            <p:cNvSpPr/>
            <p:nvPr/>
          </p:nvSpPr>
          <p:spPr>
            <a:xfrm>
              <a:off x="2386065" y="5391298"/>
              <a:ext cx="303750" cy="303750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13"/>
            </a:p>
          </p:txBody>
        </p:sp>
        <p:sp>
          <p:nvSpPr>
            <p:cNvPr id="43" name="사각형: 둥근 모서리 42">
              <a:extLst>
                <a:ext uri="{FF2B5EF4-FFF2-40B4-BE49-F238E27FC236}">
                  <a16:creationId xmlns:a16="http://schemas.microsoft.com/office/drawing/2014/main" id="{8DFF2733-2D20-A12D-78E4-4FD0928DEBF0}"/>
                </a:ext>
              </a:extLst>
            </p:cNvPr>
            <p:cNvSpPr/>
            <p:nvPr/>
          </p:nvSpPr>
          <p:spPr>
            <a:xfrm>
              <a:off x="2916560" y="5235271"/>
              <a:ext cx="862608" cy="619755"/>
            </a:xfrm>
            <a:prstGeom prst="round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13"/>
            </a:p>
          </p:txBody>
        </p:sp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E96FD338-33FA-224D-A7CD-1C547A6A0B61}"/>
                </a:ext>
              </a:extLst>
            </p:cNvPr>
            <p:cNvSpPr/>
            <p:nvPr/>
          </p:nvSpPr>
          <p:spPr>
            <a:xfrm>
              <a:off x="3003647" y="5391298"/>
              <a:ext cx="303750" cy="303750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13"/>
            </a:p>
          </p:txBody>
        </p:sp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2D02D39D-C75D-A9F5-6BE1-6248553A11D0}"/>
                </a:ext>
              </a:extLst>
            </p:cNvPr>
            <p:cNvSpPr/>
            <p:nvPr/>
          </p:nvSpPr>
          <p:spPr>
            <a:xfrm>
              <a:off x="3398412" y="5391298"/>
              <a:ext cx="303750" cy="303750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13"/>
            </a:p>
          </p:txBody>
        </p:sp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54F10D10-7A76-325D-3BFD-2527C7042C03}"/>
                </a:ext>
              </a:extLst>
            </p:cNvPr>
            <p:cNvSpPr/>
            <p:nvPr/>
          </p:nvSpPr>
          <p:spPr>
            <a:xfrm rot="16200000">
              <a:off x="3546904" y="4098380"/>
              <a:ext cx="712781" cy="97282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13" dirty="0"/>
            </a:p>
          </p:txBody>
        </p:sp>
        <p:grpSp>
          <p:nvGrpSpPr>
            <p:cNvPr id="47" name="그룹 46">
              <a:extLst>
                <a:ext uri="{FF2B5EF4-FFF2-40B4-BE49-F238E27FC236}">
                  <a16:creationId xmlns:a16="http://schemas.microsoft.com/office/drawing/2014/main" id="{87A9D86E-C652-9125-71CD-4C3A894F7DCD}"/>
                </a:ext>
              </a:extLst>
            </p:cNvPr>
            <p:cNvGrpSpPr/>
            <p:nvPr/>
          </p:nvGrpSpPr>
          <p:grpSpPr>
            <a:xfrm>
              <a:off x="687845" y="3625020"/>
              <a:ext cx="1044000" cy="1044000"/>
              <a:chOff x="687845" y="3625020"/>
              <a:chExt cx="1044000" cy="1044000"/>
            </a:xfrm>
            <a:grpFill/>
          </p:grpSpPr>
          <p:sp>
            <p:nvSpPr>
              <p:cNvPr id="65" name="사각형: 둥근 모서리 64">
                <a:extLst>
                  <a:ext uri="{FF2B5EF4-FFF2-40B4-BE49-F238E27FC236}">
                    <a16:creationId xmlns:a16="http://schemas.microsoft.com/office/drawing/2014/main" id="{6A157B1E-6B5C-95FC-40C9-1CBB2E7323F5}"/>
                  </a:ext>
                </a:extLst>
              </p:cNvPr>
              <p:cNvSpPr/>
              <p:nvPr/>
            </p:nvSpPr>
            <p:spPr>
              <a:xfrm>
                <a:off x="687845" y="3625020"/>
                <a:ext cx="1044000" cy="1044000"/>
              </a:xfrm>
              <a:prstGeom prst="round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6" name="타원 65">
                <a:extLst>
                  <a:ext uri="{FF2B5EF4-FFF2-40B4-BE49-F238E27FC236}">
                    <a16:creationId xmlns:a16="http://schemas.microsoft.com/office/drawing/2014/main" id="{A2424BAE-5629-45AE-77F7-83847DA3133B}"/>
                  </a:ext>
                </a:extLst>
              </p:cNvPr>
              <p:cNvSpPr/>
              <p:nvPr/>
            </p:nvSpPr>
            <p:spPr>
              <a:xfrm>
                <a:off x="853063" y="4014080"/>
                <a:ext cx="303750" cy="303750"/>
              </a:xfrm>
              <a:prstGeom prst="ellips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13"/>
              </a:p>
            </p:txBody>
          </p:sp>
          <p:sp>
            <p:nvSpPr>
              <p:cNvPr id="67" name="타원 66">
                <a:extLst>
                  <a:ext uri="{FF2B5EF4-FFF2-40B4-BE49-F238E27FC236}">
                    <a16:creationId xmlns:a16="http://schemas.microsoft.com/office/drawing/2014/main" id="{1FEF2D92-62EB-34F3-DF9A-A5359DDDD4FE}"/>
                  </a:ext>
                </a:extLst>
              </p:cNvPr>
              <p:cNvSpPr/>
              <p:nvPr/>
            </p:nvSpPr>
            <p:spPr>
              <a:xfrm>
                <a:off x="1253961" y="4014080"/>
                <a:ext cx="303750" cy="303750"/>
              </a:xfrm>
              <a:prstGeom prst="ellips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13"/>
              </a:p>
            </p:txBody>
          </p:sp>
        </p:grpSp>
        <p:grpSp>
          <p:nvGrpSpPr>
            <p:cNvPr id="48" name="그룹 47">
              <a:extLst>
                <a:ext uri="{FF2B5EF4-FFF2-40B4-BE49-F238E27FC236}">
                  <a16:creationId xmlns:a16="http://schemas.microsoft.com/office/drawing/2014/main" id="{1026F959-5338-4705-2D2C-93946B5CEB77}"/>
                </a:ext>
              </a:extLst>
            </p:cNvPr>
            <p:cNvGrpSpPr/>
            <p:nvPr/>
          </p:nvGrpSpPr>
          <p:grpSpPr>
            <a:xfrm rot="20016713">
              <a:off x="1538337" y="2333321"/>
              <a:ext cx="1044000" cy="1044000"/>
              <a:chOff x="687845" y="3625020"/>
              <a:chExt cx="1044000" cy="1044000"/>
            </a:xfrm>
            <a:grpFill/>
          </p:grpSpPr>
          <p:sp>
            <p:nvSpPr>
              <p:cNvPr id="62" name="사각형: 둥근 모서리 61">
                <a:extLst>
                  <a:ext uri="{FF2B5EF4-FFF2-40B4-BE49-F238E27FC236}">
                    <a16:creationId xmlns:a16="http://schemas.microsoft.com/office/drawing/2014/main" id="{06154428-83E6-1F88-FF11-DAB03DD75D1D}"/>
                  </a:ext>
                </a:extLst>
              </p:cNvPr>
              <p:cNvSpPr/>
              <p:nvPr/>
            </p:nvSpPr>
            <p:spPr>
              <a:xfrm>
                <a:off x="687845" y="3625020"/>
                <a:ext cx="1044000" cy="1044000"/>
              </a:xfrm>
              <a:prstGeom prst="round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3" name="타원 62">
                <a:extLst>
                  <a:ext uri="{FF2B5EF4-FFF2-40B4-BE49-F238E27FC236}">
                    <a16:creationId xmlns:a16="http://schemas.microsoft.com/office/drawing/2014/main" id="{E3CFE7C7-2389-EFD3-857F-02F34D6AD595}"/>
                  </a:ext>
                </a:extLst>
              </p:cNvPr>
              <p:cNvSpPr/>
              <p:nvPr/>
            </p:nvSpPr>
            <p:spPr>
              <a:xfrm>
                <a:off x="853063" y="4014080"/>
                <a:ext cx="303750" cy="303750"/>
              </a:xfrm>
              <a:prstGeom prst="ellips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13"/>
              </a:p>
            </p:txBody>
          </p:sp>
          <p:sp>
            <p:nvSpPr>
              <p:cNvPr id="64" name="타원 63">
                <a:extLst>
                  <a:ext uri="{FF2B5EF4-FFF2-40B4-BE49-F238E27FC236}">
                    <a16:creationId xmlns:a16="http://schemas.microsoft.com/office/drawing/2014/main" id="{8646D035-10BC-EAFF-9A47-3804739B3A3C}"/>
                  </a:ext>
                </a:extLst>
              </p:cNvPr>
              <p:cNvSpPr/>
              <p:nvPr/>
            </p:nvSpPr>
            <p:spPr>
              <a:xfrm>
                <a:off x="1253961" y="4014080"/>
                <a:ext cx="303750" cy="303750"/>
              </a:xfrm>
              <a:prstGeom prst="ellips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13"/>
              </a:p>
            </p:txBody>
          </p:sp>
        </p:grpSp>
        <p:grpSp>
          <p:nvGrpSpPr>
            <p:cNvPr id="49" name="그룹 48">
              <a:extLst>
                <a:ext uri="{FF2B5EF4-FFF2-40B4-BE49-F238E27FC236}">
                  <a16:creationId xmlns:a16="http://schemas.microsoft.com/office/drawing/2014/main" id="{DED15128-1818-1F07-C5AE-915D87E8A943}"/>
                </a:ext>
              </a:extLst>
            </p:cNvPr>
            <p:cNvGrpSpPr/>
            <p:nvPr/>
          </p:nvGrpSpPr>
          <p:grpSpPr>
            <a:xfrm rot="1600827">
              <a:off x="3099458" y="2332129"/>
              <a:ext cx="1044000" cy="1044000"/>
              <a:chOff x="687845" y="3625020"/>
              <a:chExt cx="1044000" cy="1044000"/>
            </a:xfrm>
            <a:grpFill/>
          </p:grpSpPr>
          <p:sp>
            <p:nvSpPr>
              <p:cNvPr id="59" name="사각형: 둥근 모서리 58">
                <a:extLst>
                  <a:ext uri="{FF2B5EF4-FFF2-40B4-BE49-F238E27FC236}">
                    <a16:creationId xmlns:a16="http://schemas.microsoft.com/office/drawing/2014/main" id="{CA75361A-D959-EB13-6BB4-AC854E1DDCD6}"/>
                  </a:ext>
                </a:extLst>
              </p:cNvPr>
              <p:cNvSpPr/>
              <p:nvPr/>
            </p:nvSpPr>
            <p:spPr>
              <a:xfrm>
                <a:off x="687845" y="3625020"/>
                <a:ext cx="1044000" cy="1044000"/>
              </a:xfrm>
              <a:prstGeom prst="round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60" name="타원 59">
                <a:extLst>
                  <a:ext uri="{FF2B5EF4-FFF2-40B4-BE49-F238E27FC236}">
                    <a16:creationId xmlns:a16="http://schemas.microsoft.com/office/drawing/2014/main" id="{F5E08281-82C2-024C-6A5B-64A457308E0E}"/>
                  </a:ext>
                </a:extLst>
              </p:cNvPr>
              <p:cNvSpPr/>
              <p:nvPr/>
            </p:nvSpPr>
            <p:spPr>
              <a:xfrm>
                <a:off x="853063" y="4014080"/>
                <a:ext cx="303750" cy="303750"/>
              </a:xfrm>
              <a:prstGeom prst="ellips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13"/>
              </a:p>
            </p:txBody>
          </p:sp>
          <p:sp>
            <p:nvSpPr>
              <p:cNvPr id="61" name="타원 60">
                <a:extLst>
                  <a:ext uri="{FF2B5EF4-FFF2-40B4-BE49-F238E27FC236}">
                    <a16:creationId xmlns:a16="http://schemas.microsoft.com/office/drawing/2014/main" id="{B1A2FA04-E30A-3CBA-4374-995CA0438DDC}"/>
                  </a:ext>
                </a:extLst>
              </p:cNvPr>
              <p:cNvSpPr/>
              <p:nvPr/>
            </p:nvSpPr>
            <p:spPr>
              <a:xfrm>
                <a:off x="1253961" y="4014080"/>
                <a:ext cx="303750" cy="303750"/>
              </a:xfrm>
              <a:prstGeom prst="ellips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13"/>
              </a:p>
            </p:txBody>
          </p:sp>
        </p:grpSp>
        <p:grpSp>
          <p:nvGrpSpPr>
            <p:cNvPr id="50" name="그룹 49">
              <a:extLst>
                <a:ext uri="{FF2B5EF4-FFF2-40B4-BE49-F238E27FC236}">
                  <a16:creationId xmlns:a16="http://schemas.microsoft.com/office/drawing/2014/main" id="{9910DDF6-FA99-13BB-482B-B416A3FDAD57}"/>
                </a:ext>
              </a:extLst>
            </p:cNvPr>
            <p:cNvGrpSpPr/>
            <p:nvPr/>
          </p:nvGrpSpPr>
          <p:grpSpPr>
            <a:xfrm>
              <a:off x="3951936" y="3625020"/>
              <a:ext cx="1044000" cy="1044000"/>
              <a:chOff x="691020" y="3625020"/>
              <a:chExt cx="1044000" cy="1044000"/>
            </a:xfrm>
            <a:grpFill/>
          </p:grpSpPr>
          <p:sp>
            <p:nvSpPr>
              <p:cNvPr id="56" name="사각형: 둥근 모서리 55">
                <a:extLst>
                  <a:ext uri="{FF2B5EF4-FFF2-40B4-BE49-F238E27FC236}">
                    <a16:creationId xmlns:a16="http://schemas.microsoft.com/office/drawing/2014/main" id="{6E3DCB5F-8ECC-708A-480B-2EE208B77DF7}"/>
                  </a:ext>
                </a:extLst>
              </p:cNvPr>
              <p:cNvSpPr/>
              <p:nvPr/>
            </p:nvSpPr>
            <p:spPr>
              <a:xfrm>
                <a:off x="691020" y="3625020"/>
                <a:ext cx="1044000" cy="1044000"/>
              </a:xfrm>
              <a:prstGeom prst="round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7" name="타원 56">
                <a:extLst>
                  <a:ext uri="{FF2B5EF4-FFF2-40B4-BE49-F238E27FC236}">
                    <a16:creationId xmlns:a16="http://schemas.microsoft.com/office/drawing/2014/main" id="{D34854CA-6E7C-5137-519C-DE67AC0FEDD8}"/>
                  </a:ext>
                </a:extLst>
              </p:cNvPr>
              <p:cNvSpPr/>
              <p:nvPr/>
            </p:nvSpPr>
            <p:spPr>
              <a:xfrm>
                <a:off x="853063" y="4014080"/>
                <a:ext cx="303750" cy="303750"/>
              </a:xfrm>
              <a:prstGeom prst="ellips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13"/>
              </a:p>
            </p:txBody>
          </p:sp>
          <p:sp>
            <p:nvSpPr>
              <p:cNvPr id="58" name="타원 57">
                <a:extLst>
                  <a:ext uri="{FF2B5EF4-FFF2-40B4-BE49-F238E27FC236}">
                    <a16:creationId xmlns:a16="http://schemas.microsoft.com/office/drawing/2014/main" id="{9FDC433D-6B39-D10B-AEC0-F0DD2EADB0E8}"/>
                  </a:ext>
                </a:extLst>
              </p:cNvPr>
              <p:cNvSpPr/>
              <p:nvPr/>
            </p:nvSpPr>
            <p:spPr>
              <a:xfrm>
                <a:off x="1253961" y="4014080"/>
                <a:ext cx="303750" cy="303750"/>
              </a:xfrm>
              <a:prstGeom prst="ellips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13"/>
              </a:p>
            </p:txBody>
          </p:sp>
        </p:grpSp>
        <p:sp>
          <p:nvSpPr>
            <p:cNvPr id="51" name="직사각형 50">
              <a:extLst>
                <a:ext uri="{FF2B5EF4-FFF2-40B4-BE49-F238E27FC236}">
                  <a16:creationId xmlns:a16="http://schemas.microsoft.com/office/drawing/2014/main" id="{3F725DF2-67E1-1854-CEAD-4B8AEECC4BD9}"/>
                </a:ext>
              </a:extLst>
            </p:cNvPr>
            <p:cNvSpPr/>
            <p:nvPr/>
          </p:nvSpPr>
          <p:spPr>
            <a:xfrm rot="10800000">
              <a:off x="1979125" y="5851075"/>
              <a:ext cx="712781" cy="97282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13"/>
            </a:p>
          </p:txBody>
        </p:sp>
        <p:sp>
          <p:nvSpPr>
            <p:cNvPr id="52" name="직사각형 51">
              <a:extLst>
                <a:ext uri="{FF2B5EF4-FFF2-40B4-BE49-F238E27FC236}">
                  <a16:creationId xmlns:a16="http://schemas.microsoft.com/office/drawing/2014/main" id="{EBA6BBE3-50C9-6F25-60BA-9E1995DB8438}"/>
                </a:ext>
              </a:extLst>
            </p:cNvPr>
            <p:cNvSpPr/>
            <p:nvPr/>
          </p:nvSpPr>
          <p:spPr>
            <a:xfrm rot="10800000">
              <a:off x="2993985" y="5851075"/>
              <a:ext cx="712781" cy="97282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13"/>
            </a:p>
          </p:txBody>
        </p:sp>
      </p:grpSp>
      <p:sp>
        <p:nvSpPr>
          <p:cNvPr id="69" name="타원 68">
            <a:extLst>
              <a:ext uri="{FF2B5EF4-FFF2-40B4-BE49-F238E27FC236}">
                <a16:creationId xmlns:a16="http://schemas.microsoft.com/office/drawing/2014/main" id="{7C375616-6583-036C-B53E-55B08DFF4524}"/>
              </a:ext>
            </a:extLst>
          </p:cNvPr>
          <p:cNvSpPr/>
          <p:nvPr/>
        </p:nvSpPr>
        <p:spPr>
          <a:xfrm>
            <a:off x="4625065" y="3314776"/>
            <a:ext cx="318356" cy="306986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타원 1">
            <a:extLst>
              <a:ext uri="{FF2B5EF4-FFF2-40B4-BE49-F238E27FC236}">
                <a16:creationId xmlns:a16="http://schemas.microsoft.com/office/drawing/2014/main" id="{54C236B2-5A45-6DD3-167A-E87AAFF22017}"/>
              </a:ext>
            </a:extLst>
          </p:cNvPr>
          <p:cNvSpPr/>
          <p:nvPr/>
        </p:nvSpPr>
        <p:spPr>
          <a:xfrm>
            <a:off x="4750702" y="2353638"/>
            <a:ext cx="2207498" cy="2171424"/>
          </a:xfrm>
          <a:prstGeom prst="ellipse">
            <a:avLst/>
          </a:prstGeom>
          <a:noFill/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387F98-AA31-5B92-A3DB-B62C8CE3BC81}"/>
              </a:ext>
            </a:extLst>
          </p:cNvPr>
          <p:cNvSpPr txBox="1"/>
          <p:nvPr/>
        </p:nvSpPr>
        <p:spPr>
          <a:xfrm>
            <a:off x="4784243" y="2968014"/>
            <a:ext cx="1486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패널 </a:t>
            </a:r>
            <a:r>
              <a:rPr lang="en-US" altLang="ko-KR" dirty="0"/>
              <a:t>change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99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5E46A9-3060-B027-4824-B624656508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그룹 28">
            <a:extLst>
              <a:ext uri="{FF2B5EF4-FFF2-40B4-BE49-F238E27FC236}">
                <a16:creationId xmlns:a16="http://schemas.microsoft.com/office/drawing/2014/main" id="{862DFAB7-6DCF-585B-8F18-024D41097B94}"/>
              </a:ext>
            </a:extLst>
          </p:cNvPr>
          <p:cNvGrpSpPr/>
          <p:nvPr/>
        </p:nvGrpSpPr>
        <p:grpSpPr>
          <a:xfrm>
            <a:off x="2459465" y="667502"/>
            <a:ext cx="6760735" cy="5522996"/>
            <a:chOff x="687845" y="2332129"/>
            <a:chExt cx="4308091" cy="3616228"/>
          </a:xfrm>
          <a:solidFill>
            <a:schemeClr val="bg1"/>
          </a:solidFill>
        </p:grpSpPr>
        <p:sp>
          <p:nvSpPr>
            <p:cNvPr id="32" name="사각형: 둥근 모서리 31">
              <a:extLst>
                <a:ext uri="{FF2B5EF4-FFF2-40B4-BE49-F238E27FC236}">
                  <a16:creationId xmlns:a16="http://schemas.microsoft.com/office/drawing/2014/main" id="{B5222B77-37F2-1384-CB69-9ABC344E0311}"/>
                </a:ext>
              </a:extLst>
            </p:cNvPr>
            <p:cNvSpPr/>
            <p:nvPr/>
          </p:nvSpPr>
          <p:spPr>
            <a:xfrm>
              <a:off x="2916560" y="4594635"/>
              <a:ext cx="862607" cy="543598"/>
            </a:xfrm>
            <a:prstGeom prst="round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13"/>
            </a:p>
          </p:txBody>
        </p:sp>
        <p:sp>
          <p:nvSpPr>
            <p:cNvPr id="33" name="사각형: 둥근 모서리 32">
              <a:extLst>
                <a:ext uri="{FF2B5EF4-FFF2-40B4-BE49-F238E27FC236}">
                  <a16:creationId xmlns:a16="http://schemas.microsoft.com/office/drawing/2014/main" id="{BF776A53-DF1C-3A43-C6AC-A8DE1EED7D1A}"/>
                </a:ext>
              </a:extLst>
            </p:cNvPr>
            <p:cNvSpPr/>
            <p:nvPr/>
          </p:nvSpPr>
          <p:spPr>
            <a:xfrm>
              <a:off x="1904213" y="4594635"/>
              <a:ext cx="862608" cy="543598"/>
            </a:xfrm>
            <a:prstGeom prst="round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13"/>
            </a:p>
          </p:txBody>
        </p:sp>
        <p:sp>
          <p:nvSpPr>
            <p:cNvPr id="34" name="육각형 33">
              <a:extLst>
                <a:ext uri="{FF2B5EF4-FFF2-40B4-BE49-F238E27FC236}">
                  <a16:creationId xmlns:a16="http://schemas.microsoft.com/office/drawing/2014/main" id="{FBAD968B-1176-5C5D-920A-FE4A24A16B1D}"/>
                </a:ext>
              </a:extLst>
            </p:cNvPr>
            <p:cNvSpPr/>
            <p:nvPr/>
          </p:nvSpPr>
          <p:spPr>
            <a:xfrm rot="5400000">
              <a:off x="1828993" y="3153455"/>
              <a:ext cx="2025000" cy="2025000"/>
            </a:xfrm>
            <a:prstGeom prst="hexagon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13"/>
            </a:p>
          </p:txBody>
        </p:sp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8C33F3D2-EE8B-8DB7-9ABB-FD2C2099B899}"/>
                </a:ext>
              </a:extLst>
            </p:cNvPr>
            <p:cNvSpPr/>
            <p:nvPr/>
          </p:nvSpPr>
          <p:spPr>
            <a:xfrm rot="20011563">
              <a:off x="1973936" y="3305604"/>
              <a:ext cx="704321" cy="98450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13" dirty="0"/>
            </a:p>
          </p:txBody>
        </p:sp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2517DF6A-849A-E9CC-A7F7-5BBA669A1FCC}"/>
                </a:ext>
              </a:extLst>
            </p:cNvPr>
            <p:cNvSpPr/>
            <p:nvPr/>
          </p:nvSpPr>
          <p:spPr>
            <a:xfrm rot="16200000">
              <a:off x="1424096" y="4098379"/>
              <a:ext cx="712781" cy="97282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13"/>
            </a:p>
          </p:txBody>
        </p:sp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E2267932-4099-38AA-2AA3-0A35B723C0A4}"/>
                </a:ext>
              </a:extLst>
            </p:cNvPr>
            <p:cNvSpPr/>
            <p:nvPr/>
          </p:nvSpPr>
          <p:spPr>
            <a:xfrm rot="1599716">
              <a:off x="3008452" y="3307544"/>
              <a:ext cx="704321" cy="98450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13"/>
            </a:p>
          </p:txBody>
        </p:sp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5E65A9CD-D826-2997-48A0-328A709D5367}"/>
                </a:ext>
              </a:extLst>
            </p:cNvPr>
            <p:cNvSpPr/>
            <p:nvPr/>
          </p:nvSpPr>
          <p:spPr>
            <a:xfrm rot="10800000">
              <a:off x="1979126" y="5137988"/>
              <a:ext cx="712781" cy="97282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13"/>
            </a:p>
          </p:txBody>
        </p:sp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F6CF1E0C-49A4-B5C6-6B48-DF7F02CAE542}"/>
                </a:ext>
              </a:extLst>
            </p:cNvPr>
            <p:cNvSpPr/>
            <p:nvPr/>
          </p:nvSpPr>
          <p:spPr>
            <a:xfrm rot="10800000">
              <a:off x="2991473" y="5137988"/>
              <a:ext cx="712781" cy="97282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13"/>
            </a:p>
          </p:txBody>
        </p:sp>
        <p:sp>
          <p:nvSpPr>
            <p:cNvPr id="40" name="사각형: 둥근 모서리 39">
              <a:extLst>
                <a:ext uri="{FF2B5EF4-FFF2-40B4-BE49-F238E27FC236}">
                  <a16:creationId xmlns:a16="http://schemas.microsoft.com/office/drawing/2014/main" id="{296DC09A-0D71-D520-56A2-D5EF2DE369CE}"/>
                </a:ext>
              </a:extLst>
            </p:cNvPr>
            <p:cNvSpPr/>
            <p:nvPr/>
          </p:nvSpPr>
          <p:spPr>
            <a:xfrm>
              <a:off x="1904213" y="5235271"/>
              <a:ext cx="862608" cy="619755"/>
            </a:xfrm>
            <a:prstGeom prst="round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13"/>
            </a:p>
          </p:txBody>
        </p:sp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7E9E058A-5D7C-9B6C-04F0-6B6E5EC57D5A}"/>
                </a:ext>
              </a:extLst>
            </p:cNvPr>
            <p:cNvSpPr/>
            <p:nvPr/>
          </p:nvSpPr>
          <p:spPr>
            <a:xfrm>
              <a:off x="1991300" y="5391298"/>
              <a:ext cx="303750" cy="303750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13"/>
            </a:p>
          </p:txBody>
        </p:sp>
        <p:sp>
          <p:nvSpPr>
            <p:cNvPr id="42" name="타원 41">
              <a:extLst>
                <a:ext uri="{FF2B5EF4-FFF2-40B4-BE49-F238E27FC236}">
                  <a16:creationId xmlns:a16="http://schemas.microsoft.com/office/drawing/2014/main" id="{70899266-DBF5-00E7-5EFC-3533A427C328}"/>
                </a:ext>
              </a:extLst>
            </p:cNvPr>
            <p:cNvSpPr/>
            <p:nvPr/>
          </p:nvSpPr>
          <p:spPr>
            <a:xfrm>
              <a:off x="2386065" y="5391298"/>
              <a:ext cx="303750" cy="303750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13"/>
            </a:p>
          </p:txBody>
        </p:sp>
        <p:sp>
          <p:nvSpPr>
            <p:cNvPr id="43" name="사각형: 둥근 모서리 42">
              <a:extLst>
                <a:ext uri="{FF2B5EF4-FFF2-40B4-BE49-F238E27FC236}">
                  <a16:creationId xmlns:a16="http://schemas.microsoft.com/office/drawing/2014/main" id="{B84D20B9-DA4C-CDA4-A522-1AAE60962C16}"/>
                </a:ext>
              </a:extLst>
            </p:cNvPr>
            <p:cNvSpPr/>
            <p:nvPr/>
          </p:nvSpPr>
          <p:spPr>
            <a:xfrm>
              <a:off x="2916560" y="5235271"/>
              <a:ext cx="862608" cy="619755"/>
            </a:xfrm>
            <a:prstGeom prst="round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13"/>
            </a:p>
          </p:txBody>
        </p:sp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E5F16F4B-73F1-FE86-BE7D-313B2809CB23}"/>
                </a:ext>
              </a:extLst>
            </p:cNvPr>
            <p:cNvSpPr/>
            <p:nvPr/>
          </p:nvSpPr>
          <p:spPr>
            <a:xfrm>
              <a:off x="3003647" y="5391298"/>
              <a:ext cx="303750" cy="303750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13"/>
            </a:p>
          </p:txBody>
        </p:sp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AEB08BAE-77E3-1D27-6B6D-8AF6CFAFCEA3}"/>
                </a:ext>
              </a:extLst>
            </p:cNvPr>
            <p:cNvSpPr/>
            <p:nvPr/>
          </p:nvSpPr>
          <p:spPr>
            <a:xfrm>
              <a:off x="3398412" y="5391298"/>
              <a:ext cx="303750" cy="303750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13"/>
            </a:p>
          </p:txBody>
        </p:sp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CCBC668E-DB4C-AA97-25B2-38A18C09ED5A}"/>
                </a:ext>
              </a:extLst>
            </p:cNvPr>
            <p:cNvSpPr/>
            <p:nvPr/>
          </p:nvSpPr>
          <p:spPr>
            <a:xfrm rot="16200000">
              <a:off x="3546904" y="4098380"/>
              <a:ext cx="712781" cy="97282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13" dirty="0"/>
            </a:p>
          </p:txBody>
        </p:sp>
        <p:grpSp>
          <p:nvGrpSpPr>
            <p:cNvPr id="47" name="그룹 46">
              <a:extLst>
                <a:ext uri="{FF2B5EF4-FFF2-40B4-BE49-F238E27FC236}">
                  <a16:creationId xmlns:a16="http://schemas.microsoft.com/office/drawing/2014/main" id="{D9994653-7AD3-C86D-5596-5245B470A7F7}"/>
                </a:ext>
              </a:extLst>
            </p:cNvPr>
            <p:cNvGrpSpPr/>
            <p:nvPr/>
          </p:nvGrpSpPr>
          <p:grpSpPr>
            <a:xfrm>
              <a:off x="687845" y="3625020"/>
              <a:ext cx="1044000" cy="1044000"/>
              <a:chOff x="687845" y="3625020"/>
              <a:chExt cx="1044000" cy="1044000"/>
            </a:xfrm>
            <a:grpFill/>
          </p:grpSpPr>
          <p:sp>
            <p:nvSpPr>
              <p:cNvPr id="65" name="사각형: 둥근 모서리 64">
                <a:extLst>
                  <a:ext uri="{FF2B5EF4-FFF2-40B4-BE49-F238E27FC236}">
                    <a16:creationId xmlns:a16="http://schemas.microsoft.com/office/drawing/2014/main" id="{0FED0BDB-896D-2696-4FFA-8D57D6320161}"/>
                  </a:ext>
                </a:extLst>
              </p:cNvPr>
              <p:cNvSpPr/>
              <p:nvPr/>
            </p:nvSpPr>
            <p:spPr>
              <a:xfrm>
                <a:off x="687845" y="3625020"/>
                <a:ext cx="1044000" cy="1044000"/>
              </a:xfrm>
              <a:prstGeom prst="round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6" name="타원 65">
                <a:extLst>
                  <a:ext uri="{FF2B5EF4-FFF2-40B4-BE49-F238E27FC236}">
                    <a16:creationId xmlns:a16="http://schemas.microsoft.com/office/drawing/2014/main" id="{FCFCCAA0-3790-EA25-EE32-4D233E3E7697}"/>
                  </a:ext>
                </a:extLst>
              </p:cNvPr>
              <p:cNvSpPr/>
              <p:nvPr/>
            </p:nvSpPr>
            <p:spPr>
              <a:xfrm>
                <a:off x="853063" y="4014080"/>
                <a:ext cx="303750" cy="303750"/>
              </a:xfrm>
              <a:prstGeom prst="ellips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13"/>
              </a:p>
            </p:txBody>
          </p:sp>
          <p:sp>
            <p:nvSpPr>
              <p:cNvPr id="67" name="타원 66">
                <a:extLst>
                  <a:ext uri="{FF2B5EF4-FFF2-40B4-BE49-F238E27FC236}">
                    <a16:creationId xmlns:a16="http://schemas.microsoft.com/office/drawing/2014/main" id="{319C1EC7-3FE3-B984-44A2-F9BEBDC131F0}"/>
                  </a:ext>
                </a:extLst>
              </p:cNvPr>
              <p:cNvSpPr/>
              <p:nvPr/>
            </p:nvSpPr>
            <p:spPr>
              <a:xfrm>
                <a:off x="1253961" y="4014080"/>
                <a:ext cx="303750" cy="303750"/>
              </a:xfrm>
              <a:prstGeom prst="ellips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13"/>
              </a:p>
            </p:txBody>
          </p:sp>
        </p:grpSp>
        <p:grpSp>
          <p:nvGrpSpPr>
            <p:cNvPr id="48" name="그룹 47">
              <a:extLst>
                <a:ext uri="{FF2B5EF4-FFF2-40B4-BE49-F238E27FC236}">
                  <a16:creationId xmlns:a16="http://schemas.microsoft.com/office/drawing/2014/main" id="{BFAB11ED-73AE-BE37-98EC-91831BAA7F9D}"/>
                </a:ext>
              </a:extLst>
            </p:cNvPr>
            <p:cNvGrpSpPr/>
            <p:nvPr/>
          </p:nvGrpSpPr>
          <p:grpSpPr>
            <a:xfrm rot="20016713">
              <a:off x="1538337" y="2333321"/>
              <a:ext cx="1044000" cy="1044000"/>
              <a:chOff x="687845" y="3625020"/>
              <a:chExt cx="1044000" cy="1044000"/>
            </a:xfrm>
            <a:grpFill/>
          </p:grpSpPr>
          <p:sp>
            <p:nvSpPr>
              <p:cNvPr id="62" name="사각형: 둥근 모서리 61">
                <a:extLst>
                  <a:ext uri="{FF2B5EF4-FFF2-40B4-BE49-F238E27FC236}">
                    <a16:creationId xmlns:a16="http://schemas.microsoft.com/office/drawing/2014/main" id="{926DB607-92DD-E558-4A60-488E43441279}"/>
                  </a:ext>
                </a:extLst>
              </p:cNvPr>
              <p:cNvSpPr/>
              <p:nvPr/>
            </p:nvSpPr>
            <p:spPr>
              <a:xfrm>
                <a:off x="687845" y="3625020"/>
                <a:ext cx="1044000" cy="1044000"/>
              </a:xfrm>
              <a:prstGeom prst="round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3" name="타원 62">
                <a:extLst>
                  <a:ext uri="{FF2B5EF4-FFF2-40B4-BE49-F238E27FC236}">
                    <a16:creationId xmlns:a16="http://schemas.microsoft.com/office/drawing/2014/main" id="{2074B656-81BE-5B53-A5C0-D7E4506433B0}"/>
                  </a:ext>
                </a:extLst>
              </p:cNvPr>
              <p:cNvSpPr/>
              <p:nvPr/>
            </p:nvSpPr>
            <p:spPr>
              <a:xfrm>
                <a:off x="853063" y="4014080"/>
                <a:ext cx="303750" cy="303750"/>
              </a:xfrm>
              <a:prstGeom prst="ellips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13"/>
              </a:p>
            </p:txBody>
          </p:sp>
          <p:sp>
            <p:nvSpPr>
              <p:cNvPr id="64" name="타원 63">
                <a:extLst>
                  <a:ext uri="{FF2B5EF4-FFF2-40B4-BE49-F238E27FC236}">
                    <a16:creationId xmlns:a16="http://schemas.microsoft.com/office/drawing/2014/main" id="{0A7ABAED-D16F-1437-BBA2-B4AE901C1749}"/>
                  </a:ext>
                </a:extLst>
              </p:cNvPr>
              <p:cNvSpPr/>
              <p:nvPr/>
            </p:nvSpPr>
            <p:spPr>
              <a:xfrm>
                <a:off x="1253961" y="4014080"/>
                <a:ext cx="303750" cy="303750"/>
              </a:xfrm>
              <a:prstGeom prst="ellips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13"/>
              </a:p>
            </p:txBody>
          </p:sp>
        </p:grpSp>
        <p:grpSp>
          <p:nvGrpSpPr>
            <p:cNvPr id="49" name="그룹 48">
              <a:extLst>
                <a:ext uri="{FF2B5EF4-FFF2-40B4-BE49-F238E27FC236}">
                  <a16:creationId xmlns:a16="http://schemas.microsoft.com/office/drawing/2014/main" id="{58932E50-2F61-33E9-B39F-9BC06BEEE960}"/>
                </a:ext>
              </a:extLst>
            </p:cNvPr>
            <p:cNvGrpSpPr/>
            <p:nvPr/>
          </p:nvGrpSpPr>
          <p:grpSpPr>
            <a:xfrm rot="1600827">
              <a:off x="3099458" y="2332129"/>
              <a:ext cx="1044000" cy="1044000"/>
              <a:chOff x="687845" y="3625020"/>
              <a:chExt cx="1044000" cy="1044000"/>
            </a:xfrm>
            <a:grpFill/>
          </p:grpSpPr>
          <p:sp>
            <p:nvSpPr>
              <p:cNvPr id="59" name="사각형: 둥근 모서리 58">
                <a:extLst>
                  <a:ext uri="{FF2B5EF4-FFF2-40B4-BE49-F238E27FC236}">
                    <a16:creationId xmlns:a16="http://schemas.microsoft.com/office/drawing/2014/main" id="{9D7FEFC2-2FFF-D78F-6A77-0162389E2B41}"/>
                  </a:ext>
                </a:extLst>
              </p:cNvPr>
              <p:cNvSpPr/>
              <p:nvPr/>
            </p:nvSpPr>
            <p:spPr>
              <a:xfrm>
                <a:off x="687845" y="3625020"/>
                <a:ext cx="1044000" cy="1044000"/>
              </a:xfrm>
              <a:prstGeom prst="round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60" name="타원 59">
                <a:extLst>
                  <a:ext uri="{FF2B5EF4-FFF2-40B4-BE49-F238E27FC236}">
                    <a16:creationId xmlns:a16="http://schemas.microsoft.com/office/drawing/2014/main" id="{80504161-2479-7A03-EA51-AB6206E42B31}"/>
                  </a:ext>
                </a:extLst>
              </p:cNvPr>
              <p:cNvSpPr/>
              <p:nvPr/>
            </p:nvSpPr>
            <p:spPr>
              <a:xfrm>
                <a:off x="853063" y="4014080"/>
                <a:ext cx="303750" cy="303750"/>
              </a:xfrm>
              <a:prstGeom prst="ellips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13"/>
              </a:p>
            </p:txBody>
          </p:sp>
          <p:sp>
            <p:nvSpPr>
              <p:cNvPr id="61" name="타원 60">
                <a:extLst>
                  <a:ext uri="{FF2B5EF4-FFF2-40B4-BE49-F238E27FC236}">
                    <a16:creationId xmlns:a16="http://schemas.microsoft.com/office/drawing/2014/main" id="{69ED2D8F-8557-DBCF-26A4-602DD5310DBB}"/>
                  </a:ext>
                </a:extLst>
              </p:cNvPr>
              <p:cNvSpPr/>
              <p:nvPr/>
            </p:nvSpPr>
            <p:spPr>
              <a:xfrm>
                <a:off x="1253961" y="4014080"/>
                <a:ext cx="303750" cy="303750"/>
              </a:xfrm>
              <a:prstGeom prst="ellips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13"/>
              </a:p>
            </p:txBody>
          </p:sp>
        </p:grpSp>
        <p:grpSp>
          <p:nvGrpSpPr>
            <p:cNvPr id="50" name="그룹 49">
              <a:extLst>
                <a:ext uri="{FF2B5EF4-FFF2-40B4-BE49-F238E27FC236}">
                  <a16:creationId xmlns:a16="http://schemas.microsoft.com/office/drawing/2014/main" id="{BAABAF34-D7D2-5052-8D69-86C6F505CE2E}"/>
                </a:ext>
              </a:extLst>
            </p:cNvPr>
            <p:cNvGrpSpPr/>
            <p:nvPr/>
          </p:nvGrpSpPr>
          <p:grpSpPr>
            <a:xfrm>
              <a:off x="3951936" y="3625020"/>
              <a:ext cx="1044000" cy="1044000"/>
              <a:chOff x="691020" y="3625020"/>
              <a:chExt cx="1044000" cy="1044000"/>
            </a:xfrm>
            <a:grpFill/>
          </p:grpSpPr>
          <p:sp>
            <p:nvSpPr>
              <p:cNvPr id="56" name="사각형: 둥근 모서리 55">
                <a:extLst>
                  <a:ext uri="{FF2B5EF4-FFF2-40B4-BE49-F238E27FC236}">
                    <a16:creationId xmlns:a16="http://schemas.microsoft.com/office/drawing/2014/main" id="{49F809D1-51E5-EB98-F52F-E634DD4CAAA5}"/>
                  </a:ext>
                </a:extLst>
              </p:cNvPr>
              <p:cNvSpPr/>
              <p:nvPr/>
            </p:nvSpPr>
            <p:spPr>
              <a:xfrm>
                <a:off x="691020" y="3625020"/>
                <a:ext cx="1044000" cy="1044000"/>
              </a:xfrm>
              <a:prstGeom prst="round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7" name="타원 56">
                <a:extLst>
                  <a:ext uri="{FF2B5EF4-FFF2-40B4-BE49-F238E27FC236}">
                    <a16:creationId xmlns:a16="http://schemas.microsoft.com/office/drawing/2014/main" id="{05B12099-99C3-8E9F-6F8F-F721368C50A6}"/>
                  </a:ext>
                </a:extLst>
              </p:cNvPr>
              <p:cNvSpPr/>
              <p:nvPr/>
            </p:nvSpPr>
            <p:spPr>
              <a:xfrm>
                <a:off x="853063" y="4014080"/>
                <a:ext cx="303750" cy="303750"/>
              </a:xfrm>
              <a:prstGeom prst="ellips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13"/>
              </a:p>
            </p:txBody>
          </p:sp>
          <p:sp>
            <p:nvSpPr>
              <p:cNvPr id="58" name="타원 57">
                <a:extLst>
                  <a:ext uri="{FF2B5EF4-FFF2-40B4-BE49-F238E27FC236}">
                    <a16:creationId xmlns:a16="http://schemas.microsoft.com/office/drawing/2014/main" id="{30FF7687-ED98-CE55-3524-693F6E3A8767}"/>
                  </a:ext>
                </a:extLst>
              </p:cNvPr>
              <p:cNvSpPr/>
              <p:nvPr/>
            </p:nvSpPr>
            <p:spPr>
              <a:xfrm>
                <a:off x="1253961" y="4014080"/>
                <a:ext cx="303750" cy="303750"/>
              </a:xfrm>
              <a:prstGeom prst="ellips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13"/>
              </a:p>
            </p:txBody>
          </p:sp>
        </p:grpSp>
        <p:sp>
          <p:nvSpPr>
            <p:cNvPr id="51" name="직사각형 50">
              <a:extLst>
                <a:ext uri="{FF2B5EF4-FFF2-40B4-BE49-F238E27FC236}">
                  <a16:creationId xmlns:a16="http://schemas.microsoft.com/office/drawing/2014/main" id="{F67AF511-F13B-CE16-B30A-B206A6BA5161}"/>
                </a:ext>
              </a:extLst>
            </p:cNvPr>
            <p:cNvSpPr/>
            <p:nvPr/>
          </p:nvSpPr>
          <p:spPr>
            <a:xfrm rot="10800000">
              <a:off x="1979125" y="5851075"/>
              <a:ext cx="712781" cy="97282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13"/>
            </a:p>
          </p:txBody>
        </p:sp>
        <p:sp>
          <p:nvSpPr>
            <p:cNvPr id="52" name="직사각형 51">
              <a:extLst>
                <a:ext uri="{FF2B5EF4-FFF2-40B4-BE49-F238E27FC236}">
                  <a16:creationId xmlns:a16="http://schemas.microsoft.com/office/drawing/2014/main" id="{EA208818-FF05-1C0B-251A-4203FB74BACE}"/>
                </a:ext>
              </a:extLst>
            </p:cNvPr>
            <p:cNvSpPr/>
            <p:nvPr/>
          </p:nvSpPr>
          <p:spPr>
            <a:xfrm rot="10800000">
              <a:off x="2993985" y="5851075"/>
              <a:ext cx="712781" cy="97282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13"/>
            </a:p>
          </p:txBody>
        </p:sp>
      </p:grpSp>
      <p:sp>
        <p:nvSpPr>
          <p:cNvPr id="69" name="타원 68">
            <a:extLst>
              <a:ext uri="{FF2B5EF4-FFF2-40B4-BE49-F238E27FC236}">
                <a16:creationId xmlns:a16="http://schemas.microsoft.com/office/drawing/2014/main" id="{A6C11329-1359-44FE-98F9-CFC4EEB01516}"/>
              </a:ext>
            </a:extLst>
          </p:cNvPr>
          <p:cNvSpPr/>
          <p:nvPr/>
        </p:nvSpPr>
        <p:spPr>
          <a:xfrm>
            <a:off x="5116925" y="4179545"/>
            <a:ext cx="318356" cy="306986"/>
          </a:xfrm>
          <a:prstGeom prst="ellipse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타원 1">
            <a:extLst>
              <a:ext uri="{FF2B5EF4-FFF2-40B4-BE49-F238E27FC236}">
                <a16:creationId xmlns:a16="http://schemas.microsoft.com/office/drawing/2014/main" id="{1F9F10BD-A16B-E49F-4F36-87A4BB514F38}"/>
              </a:ext>
            </a:extLst>
          </p:cNvPr>
          <p:cNvSpPr/>
          <p:nvPr/>
        </p:nvSpPr>
        <p:spPr>
          <a:xfrm>
            <a:off x="4750702" y="2353638"/>
            <a:ext cx="2207498" cy="2171424"/>
          </a:xfrm>
          <a:prstGeom prst="ellipse">
            <a:avLst/>
          </a:prstGeom>
          <a:noFill/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1520123-8BDD-D668-622A-88E5109FA731}"/>
              </a:ext>
            </a:extLst>
          </p:cNvPr>
          <p:cNvSpPr txBox="1"/>
          <p:nvPr/>
        </p:nvSpPr>
        <p:spPr>
          <a:xfrm>
            <a:off x="5179435" y="3393606"/>
            <a:ext cx="222048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원의 좌표</a:t>
            </a:r>
            <a:r>
              <a:rPr lang="en-US" altLang="ko-KR" dirty="0"/>
              <a:t>or</a:t>
            </a:r>
            <a:r>
              <a:rPr lang="ko-KR" altLang="en-US" dirty="0"/>
              <a:t>회전각</a:t>
            </a:r>
            <a:endParaRPr lang="en-US" altLang="ko-KR" dirty="0"/>
          </a:p>
          <a:p>
            <a:r>
              <a:rPr lang="en-US" altLang="ko-KR" dirty="0"/>
              <a:t>-&gt;</a:t>
            </a:r>
            <a:r>
              <a:rPr lang="ko-KR" altLang="en-US" dirty="0"/>
              <a:t>해당하는 좌표에 </a:t>
            </a:r>
            <a:endParaRPr lang="en-US" altLang="ko-KR" dirty="0"/>
          </a:p>
          <a:p>
            <a:r>
              <a:rPr lang="ko-KR" altLang="en-US" dirty="0"/>
              <a:t>   이미지 띄움</a:t>
            </a:r>
          </a:p>
        </p:txBody>
      </p:sp>
    </p:spTree>
    <p:extLst>
      <p:ext uri="{BB962C8B-B14F-4D97-AF65-F5344CB8AC3E}">
        <p14:creationId xmlns:p14="http://schemas.microsoft.com/office/powerpoint/2010/main" val="35805598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2321C5-9223-ACCF-B526-5BFF81F8D8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그룹 28">
            <a:extLst>
              <a:ext uri="{FF2B5EF4-FFF2-40B4-BE49-F238E27FC236}">
                <a16:creationId xmlns:a16="http://schemas.microsoft.com/office/drawing/2014/main" id="{DEC0A038-3C53-F579-8281-33B3B5DACEB8}"/>
              </a:ext>
            </a:extLst>
          </p:cNvPr>
          <p:cNvGrpSpPr/>
          <p:nvPr/>
        </p:nvGrpSpPr>
        <p:grpSpPr>
          <a:xfrm>
            <a:off x="2459465" y="667502"/>
            <a:ext cx="6760735" cy="5522996"/>
            <a:chOff x="687845" y="2332129"/>
            <a:chExt cx="4308091" cy="3616228"/>
          </a:xfrm>
          <a:solidFill>
            <a:schemeClr val="bg1"/>
          </a:solidFill>
        </p:grpSpPr>
        <p:sp>
          <p:nvSpPr>
            <p:cNvPr id="32" name="사각형: 둥근 모서리 31">
              <a:extLst>
                <a:ext uri="{FF2B5EF4-FFF2-40B4-BE49-F238E27FC236}">
                  <a16:creationId xmlns:a16="http://schemas.microsoft.com/office/drawing/2014/main" id="{529B88E8-A5A0-2A2B-31DD-5ABAAF1E1BD0}"/>
                </a:ext>
              </a:extLst>
            </p:cNvPr>
            <p:cNvSpPr/>
            <p:nvPr/>
          </p:nvSpPr>
          <p:spPr>
            <a:xfrm>
              <a:off x="2916560" y="4594635"/>
              <a:ext cx="862607" cy="543598"/>
            </a:xfrm>
            <a:prstGeom prst="round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13"/>
            </a:p>
          </p:txBody>
        </p:sp>
        <p:sp>
          <p:nvSpPr>
            <p:cNvPr id="33" name="사각형: 둥근 모서리 32">
              <a:extLst>
                <a:ext uri="{FF2B5EF4-FFF2-40B4-BE49-F238E27FC236}">
                  <a16:creationId xmlns:a16="http://schemas.microsoft.com/office/drawing/2014/main" id="{6B826EB3-67A3-CA02-5A0D-963FA6F6D7D4}"/>
                </a:ext>
              </a:extLst>
            </p:cNvPr>
            <p:cNvSpPr/>
            <p:nvPr/>
          </p:nvSpPr>
          <p:spPr>
            <a:xfrm>
              <a:off x="1904213" y="4594635"/>
              <a:ext cx="862608" cy="543598"/>
            </a:xfrm>
            <a:prstGeom prst="round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13"/>
            </a:p>
          </p:txBody>
        </p:sp>
        <p:sp>
          <p:nvSpPr>
            <p:cNvPr id="34" name="육각형 33">
              <a:extLst>
                <a:ext uri="{FF2B5EF4-FFF2-40B4-BE49-F238E27FC236}">
                  <a16:creationId xmlns:a16="http://schemas.microsoft.com/office/drawing/2014/main" id="{52C011E0-28A5-46FB-F2A5-B183B9AED5F3}"/>
                </a:ext>
              </a:extLst>
            </p:cNvPr>
            <p:cNvSpPr/>
            <p:nvPr/>
          </p:nvSpPr>
          <p:spPr>
            <a:xfrm rot="5400000">
              <a:off x="1828993" y="3153455"/>
              <a:ext cx="2025000" cy="2025000"/>
            </a:xfrm>
            <a:prstGeom prst="hexagon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13"/>
            </a:p>
          </p:txBody>
        </p:sp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5F3B00C0-FF04-FBF4-2536-8D4384075EA2}"/>
                </a:ext>
              </a:extLst>
            </p:cNvPr>
            <p:cNvSpPr/>
            <p:nvPr/>
          </p:nvSpPr>
          <p:spPr>
            <a:xfrm rot="20011563">
              <a:off x="1973936" y="3305604"/>
              <a:ext cx="704321" cy="98450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13" dirty="0"/>
            </a:p>
          </p:txBody>
        </p:sp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5906C1DA-839F-CD85-18E3-FB3F0DC2CADF}"/>
                </a:ext>
              </a:extLst>
            </p:cNvPr>
            <p:cNvSpPr/>
            <p:nvPr/>
          </p:nvSpPr>
          <p:spPr>
            <a:xfrm rot="16200000">
              <a:off x="1424096" y="4098379"/>
              <a:ext cx="712781" cy="97282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13"/>
            </a:p>
          </p:txBody>
        </p:sp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2879B5C7-A57E-2638-2611-8FE44A9A8954}"/>
                </a:ext>
              </a:extLst>
            </p:cNvPr>
            <p:cNvSpPr/>
            <p:nvPr/>
          </p:nvSpPr>
          <p:spPr>
            <a:xfrm rot="1599716">
              <a:off x="3008452" y="3307544"/>
              <a:ext cx="704321" cy="98450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13"/>
            </a:p>
          </p:txBody>
        </p:sp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D7168A84-C16B-BDBF-F0AB-07DF7E8F2B56}"/>
                </a:ext>
              </a:extLst>
            </p:cNvPr>
            <p:cNvSpPr/>
            <p:nvPr/>
          </p:nvSpPr>
          <p:spPr>
            <a:xfrm rot="10800000">
              <a:off x="1979126" y="5137988"/>
              <a:ext cx="712781" cy="97282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13"/>
            </a:p>
          </p:txBody>
        </p:sp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3D2FEBCA-8138-FA97-31FE-A136B36C48D3}"/>
                </a:ext>
              </a:extLst>
            </p:cNvPr>
            <p:cNvSpPr/>
            <p:nvPr/>
          </p:nvSpPr>
          <p:spPr>
            <a:xfrm rot="10800000">
              <a:off x="2991473" y="5137988"/>
              <a:ext cx="712781" cy="97282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13"/>
            </a:p>
          </p:txBody>
        </p:sp>
        <p:sp>
          <p:nvSpPr>
            <p:cNvPr id="40" name="사각형: 둥근 모서리 39">
              <a:extLst>
                <a:ext uri="{FF2B5EF4-FFF2-40B4-BE49-F238E27FC236}">
                  <a16:creationId xmlns:a16="http://schemas.microsoft.com/office/drawing/2014/main" id="{54217D06-9EF1-1D8E-0A37-E96CA8288EDD}"/>
                </a:ext>
              </a:extLst>
            </p:cNvPr>
            <p:cNvSpPr/>
            <p:nvPr/>
          </p:nvSpPr>
          <p:spPr>
            <a:xfrm>
              <a:off x="1904213" y="5235271"/>
              <a:ext cx="862608" cy="619755"/>
            </a:xfrm>
            <a:prstGeom prst="round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13"/>
            </a:p>
          </p:txBody>
        </p:sp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A1D0E172-EE24-520B-4D3D-FFDC3519B1DA}"/>
                </a:ext>
              </a:extLst>
            </p:cNvPr>
            <p:cNvSpPr/>
            <p:nvPr/>
          </p:nvSpPr>
          <p:spPr>
            <a:xfrm>
              <a:off x="1991300" y="5391298"/>
              <a:ext cx="303750" cy="303750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13"/>
            </a:p>
          </p:txBody>
        </p:sp>
        <p:sp>
          <p:nvSpPr>
            <p:cNvPr id="42" name="타원 41">
              <a:extLst>
                <a:ext uri="{FF2B5EF4-FFF2-40B4-BE49-F238E27FC236}">
                  <a16:creationId xmlns:a16="http://schemas.microsoft.com/office/drawing/2014/main" id="{55F19A21-1D83-F58B-27EF-8D337B2777E0}"/>
                </a:ext>
              </a:extLst>
            </p:cNvPr>
            <p:cNvSpPr/>
            <p:nvPr/>
          </p:nvSpPr>
          <p:spPr>
            <a:xfrm>
              <a:off x="2386065" y="5391298"/>
              <a:ext cx="303750" cy="303750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13"/>
            </a:p>
          </p:txBody>
        </p:sp>
        <p:sp>
          <p:nvSpPr>
            <p:cNvPr id="43" name="사각형: 둥근 모서리 42">
              <a:extLst>
                <a:ext uri="{FF2B5EF4-FFF2-40B4-BE49-F238E27FC236}">
                  <a16:creationId xmlns:a16="http://schemas.microsoft.com/office/drawing/2014/main" id="{BF1D9676-FF21-730F-1CE4-EF360116FB58}"/>
                </a:ext>
              </a:extLst>
            </p:cNvPr>
            <p:cNvSpPr/>
            <p:nvPr/>
          </p:nvSpPr>
          <p:spPr>
            <a:xfrm>
              <a:off x="2916560" y="5235271"/>
              <a:ext cx="862608" cy="619755"/>
            </a:xfrm>
            <a:prstGeom prst="round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13"/>
            </a:p>
          </p:txBody>
        </p:sp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A0F72933-CDCF-2524-B922-5A2D6CCEA299}"/>
                </a:ext>
              </a:extLst>
            </p:cNvPr>
            <p:cNvSpPr/>
            <p:nvPr/>
          </p:nvSpPr>
          <p:spPr>
            <a:xfrm>
              <a:off x="3003647" y="5391298"/>
              <a:ext cx="303750" cy="303750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13"/>
            </a:p>
          </p:txBody>
        </p:sp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ACDE2FC5-46FC-9393-083D-06AA0BE28089}"/>
                </a:ext>
              </a:extLst>
            </p:cNvPr>
            <p:cNvSpPr/>
            <p:nvPr/>
          </p:nvSpPr>
          <p:spPr>
            <a:xfrm>
              <a:off x="3398412" y="5391298"/>
              <a:ext cx="303750" cy="303750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13"/>
            </a:p>
          </p:txBody>
        </p:sp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84290B7C-553A-1F31-0BCE-5BECF4A2334E}"/>
                </a:ext>
              </a:extLst>
            </p:cNvPr>
            <p:cNvSpPr/>
            <p:nvPr/>
          </p:nvSpPr>
          <p:spPr>
            <a:xfrm rot="16200000">
              <a:off x="3546904" y="4098380"/>
              <a:ext cx="712781" cy="97282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13" dirty="0"/>
            </a:p>
          </p:txBody>
        </p:sp>
        <p:grpSp>
          <p:nvGrpSpPr>
            <p:cNvPr id="47" name="그룹 46">
              <a:extLst>
                <a:ext uri="{FF2B5EF4-FFF2-40B4-BE49-F238E27FC236}">
                  <a16:creationId xmlns:a16="http://schemas.microsoft.com/office/drawing/2014/main" id="{9CB4A952-F7D0-FEB3-8E66-D32AAF196EAF}"/>
                </a:ext>
              </a:extLst>
            </p:cNvPr>
            <p:cNvGrpSpPr/>
            <p:nvPr/>
          </p:nvGrpSpPr>
          <p:grpSpPr>
            <a:xfrm>
              <a:off x="687845" y="3625020"/>
              <a:ext cx="1044000" cy="1044000"/>
              <a:chOff x="687845" y="3625020"/>
              <a:chExt cx="1044000" cy="1044000"/>
            </a:xfrm>
            <a:grpFill/>
          </p:grpSpPr>
          <p:sp>
            <p:nvSpPr>
              <p:cNvPr id="65" name="사각형: 둥근 모서리 64">
                <a:extLst>
                  <a:ext uri="{FF2B5EF4-FFF2-40B4-BE49-F238E27FC236}">
                    <a16:creationId xmlns:a16="http://schemas.microsoft.com/office/drawing/2014/main" id="{3D2669CE-8D85-6C91-E80E-FC2093BA829F}"/>
                  </a:ext>
                </a:extLst>
              </p:cNvPr>
              <p:cNvSpPr/>
              <p:nvPr/>
            </p:nvSpPr>
            <p:spPr>
              <a:xfrm>
                <a:off x="687845" y="3625020"/>
                <a:ext cx="1044000" cy="1044000"/>
              </a:xfrm>
              <a:prstGeom prst="round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6" name="타원 65">
                <a:extLst>
                  <a:ext uri="{FF2B5EF4-FFF2-40B4-BE49-F238E27FC236}">
                    <a16:creationId xmlns:a16="http://schemas.microsoft.com/office/drawing/2014/main" id="{37A1D308-9F10-D6CF-D4A2-2A209F803B51}"/>
                  </a:ext>
                </a:extLst>
              </p:cNvPr>
              <p:cNvSpPr/>
              <p:nvPr/>
            </p:nvSpPr>
            <p:spPr>
              <a:xfrm>
                <a:off x="853063" y="4014080"/>
                <a:ext cx="303750" cy="303750"/>
              </a:xfrm>
              <a:prstGeom prst="ellips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13"/>
              </a:p>
            </p:txBody>
          </p:sp>
          <p:sp>
            <p:nvSpPr>
              <p:cNvPr id="67" name="타원 66">
                <a:extLst>
                  <a:ext uri="{FF2B5EF4-FFF2-40B4-BE49-F238E27FC236}">
                    <a16:creationId xmlns:a16="http://schemas.microsoft.com/office/drawing/2014/main" id="{6E4209F8-6526-9208-DB75-DA2415F13950}"/>
                  </a:ext>
                </a:extLst>
              </p:cNvPr>
              <p:cNvSpPr/>
              <p:nvPr/>
            </p:nvSpPr>
            <p:spPr>
              <a:xfrm>
                <a:off x="1253961" y="4014080"/>
                <a:ext cx="303750" cy="303750"/>
              </a:xfrm>
              <a:prstGeom prst="ellips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13"/>
              </a:p>
            </p:txBody>
          </p:sp>
        </p:grpSp>
        <p:grpSp>
          <p:nvGrpSpPr>
            <p:cNvPr id="48" name="그룹 47">
              <a:extLst>
                <a:ext uri="{FF2B5EF4-FFF2-40B4-BE49-F238E27FC236}">
                  <a16:creationId xmlns:a16="http://schemas.microsoft.com/office/drawing/2014/main" id="{05301F68-0E46-FEC4-41CC-CA1FD5D7FF81}"/>
                </a:ext>
              </a:extLst>
            </p:cNvPr>
            <p:cNvGrpSpPr/>
            <p:nvPr/>
          </p:nvGrpSpPr>
          <p:grpSpPr>
            <a:xfrm rot="20016713">
              <a:off x="1538337" y="2333321"/>
              <a:ext cx="1044000" cy="1044000"/>
              <a:chOff x="687845" y="3625020"/>
              <a:chExt cx="1044000" cy="1044000"/>
            </a:xfrm>
            <a:grpFill/>
          </p:grpSpPr>
          <p:sp>
            <p:nvSpPr>
              <p:cNvPr id="62" name="사각형: 둥근 모서리 61">
                <a:extLst>
                  <a:ext uri="{FF2B5EF4-FFF2-40B4-BE49-F238E27FC236}">
                    <a16:creationId xmlns:a16="http://schemas.microsoft.com/office/drawing/2014/main" id="{3D0DD0CE-05A3-7FBD-F352-9DEDBB826AB3}"/>
                  </a:ext>
                </a:extLst>
              </p:cNvPr>
              <p:cNvSpPr/>
              <p:nvPr/>
            </p:nvSpPr>
            <p:spPr>
              <a:xfrm>
                <a:off x="687845" y="3625020"/>
                <a:ext cx="1044000" cy="1044000"/>
              </a:xfrm>
              <a:prstGeom prst="round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3" name="타원 62">
                <a:extLst>
                  <a:ext uri="{FF2B5EF4-FFF2-40B4-BE49-F238E27FC236}">
                    <a16:creationId xmlns:a16="http://schemas.microsoft.com/office/drawing/2014/main" id="{B16F930C-6444-2260-B6E9-28A43D51245D}"/>
                  </a:ext>
                </a:extLst>
              </p:cNvPr>
              <p:cNvSpPr/>
              <p:nvPr/>
            </p:nvSpPr>
            <p:spPr>
              <a:xfrm>
                <a:off x="853063" y="4014080"/>
                <a:ext cx="303750" cy="303750"/>
              </a:xfrm>
              <a:prstGeom prst="ellips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13"/>
              </a:p>
            </p:txBody>
          </p:sp>
          <p:sp>
            <p:nvSpPr>
              <p:cNvPr id="64" name="타원 63">
                <a:extLst>
                  <a:ext uri="{FF2B5EF4-FFF2-40B4-BE49-F238E27FC236}">
                    <a16:creationId xmlns:a16="http://schemas.microsoft.com/office/drawing/2014/main" id="{2C5D1C72-C508-A4BE-EC12-61272D279385}"/>
                  </a:ext>
                </a:extLst>
              </p:cNvPr>
              <p:cNvSpPr/>
              <p:nvPr/>
            </p:nvSpPr>
            <p:spPr>
              <a:xfrm>
                <a:off x="1253961" y="4014080"/>
                <a:ext cx="303750" cy="303750"/>
              </a:xfrm>
              <a:prstGeom prst="ellips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13"/>
              </a:p>
            </p:txBody>
          </p:sp>
        </p:grpSp>
        <p:grpSp>
          <p:nvGrpSpPr>
            <p:cNvPr id="49" name="그룹 48">
              <a:extLst>
                <a:ext uri="{FF2B5EF4-FFF2-40B4-BE49-F238E27FC236}">
                  <a16:creationId xmlns:a16="http://schemas.microsoft.com/office/drawing/2014/main" id="{567895D8-94F5-D540-C01D-3C5201353904}"/>
                </a:ext>
              </a:extLst>
            </p:cNvPr>
            <p:cNvGrpSpPr/>
            <p:nvPr/>
          </p:nvGrpSpPr>
          <p:grpSpPr>
            <a:xfrm rot="1600827">
              <a:off x="3099458" y="2332129"/>
              <a:ext cx="1044000" cy="1044000"/>
              <a:chOff x="687845" y="3625020"/>
              <a:chExt cx="1044000" cy="1044000"/>
            </a:xfrm>
            <a:grpFill/>
          </p:grpSpPr>
          <p:sp>
            <p:nvSpPr>
              <p:cNvPr id="59" name="사각형: 둥근 모서리 58">
                <a:extLst>
                  <a:ext uri="{FF2B5EF4-FFF2-40B4-BE49-F238E27FC236}">
                    <a16:creationId xmlns:a16="http://schemas.microsoft.com/office/drawing/2014/main" id="{64D9A088-A3A9-9147-FA5F-CE0DA6E9647C}"/>
                  </a:ext>
                </a:extLst>
              </p:cNvPr>
              <p:cNvSpPr/>
              <p:nvPr/>
            </p:nvSpPr>
            <p:spPr>
              <a:xfrm>
                <a:off x="687845" y="3625020"/>
                <a:ext cx="1044000" cy="1044000"/>
              </a:xfrm>
              <a:prstGeom prst="round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60" name="타원 59">
                <a:extLst>
                  <a:ext uri="{FF2B5EF4-FFF2-40B4-BE49-F238E27FC236}">
                    <a16:creationId xmlns:a16="http://schemas.microsoft.com/office/drawing/2014/main" id="{AD47A9D0-EC27-AF01-92AA-E7FED96858EC}"/>
                  </a:ext>
                </a:extLst>
              </p:cNvPr>
              <p:cNvSpPr/>
              <p:nvPr/>
            </p:nvSpPr>
            <p:spPr>
              <a:xfrm>
                <a:off x="853063" y="4014080"/>
                <a:ext cx="303750" cy="303750"/>
              </a:xfrm>
              <a:prstGeom prst="ellips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13"/>
              </a:p>
            </p:txBody>
          </p:sp>
          <p:sp>
            <p:nvSpPr>
              <p:cNvPr id="61" name="타원 60">
                <a:extLst>
                  <a:ext uri="{FF2B5EF4-FFF2-40B4-BE49-F238E27FC236}">
                    <a16:creationId xmlns:a16="http://schemas.microsoft.com/office/drawing/2014/main" id="{1CE7A11D-2954-C6E0-95D0-E776C6EC0D21}"/>
                  </a:ext>
                </a:extLst>
              </p:cNvPr>
              <p:cNvSpPr/>
              <p:nvPr/>
            </p:nvSpPr>
            <p:spPr>
              <a:xfrm>
                <a:off x="1253961" y="4014080"/>
                <a:ext cx="303750" cy="303750"/>
              </a:xfrm>
              <a:prstGeom prst="ellips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13"/>
              </a:p>
            </p:txBody>
          </p:sp>
        </p:grpSp>
        <p:grpSp>
          <p:nvGrpSpPr>
            <p:cNvPr id="50" name="그룹 49">
              <a:extLst>
                <a:ext uri="{FF2B5EF4-FFF2-40B4-BE49-F238E27FC236}">
                  <a16:creationId xmlns:a16="http://schemas.microsoft.com/office/drawing/2014/main" id="{AA742448-30E2-6A14-7F01-776DD132E097}"/>
                </a:ext>
              </a:extLst>
            </p:cNvPr>
            <p:cNvGrpSpPr/>
            <p:nvPr/>
          </p:nvGrpSpPr>
          <p:grpSpPr>
            <a:xfrm>
              <a:off x="3951936" y="3625020"/>
              <a:ext cx="1044000" cy="1044000"/>
              <a:chOff x="691020" y="3625020"/>
              <a:chExt cx="1044000" cy="1044000"/>
            </a:xfrm>
            <a:grpFill/>
          </p:grpSpPr>
          <p:sp>
            <p:nvSpPr>
              <p:cNvPr id="56" name="사각형: 둥근 모서리 55">
                <a:extLst>
                  <a:ext uri="{FF2B5EF4-FFF2-40B4-BE49-F238E27FC236}">
                    <a16:creationId xmlns:a16="http://schemas.microsoft.com/office/drawing/2014/main" id="{87B26355-C534-9134-E9D7-DE14B81776E4}"/>
                  </a:ext>
                </a:extLst>
              </p:cNvPr>
              <p:cNvSpPr/>
              <p:nvPr/>
            </p:nvSpPr>
            <p:spPr>
              <a:xfrm>
                <a:off x="691020" y="3625020"/>
                <a:ext cx="1044000" cy="1044000"/>
              </a:xfrm>
              <a:prstGeom prst="round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7" name="타원 56">
                <a:extLst>
                  <a:ext uri="{FF2B5EF4-FFF2-40B4-BE49-F238E27FC236}">
                    <a16:creationId xmlns:a16="http://schemas.microsoft.com/office/drawing/2014/main" id="{B81405E0-522E-A978-75E4-5EF4831F59B5}"/>
                  </a:ext>
                </a:extLst>
              </p:cNvPr>
              <p:cNvSpPr/>
              <p:nvPr/>
            </p:nvSpPr>
            <p:spPr>
              <a:xfrm>
                <a:off x="853063" y="4014080"/>
                <a:ext cx="303750" cy="303750"/>
              </a:xfrm>
              <a:prstGeom prst="ellips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13"/>
              </a:p>
            </p:txBody>
          </p:sp>
          <p:sp>
            <p:nvSpPr>
              <p:cNvPr id="58" name="타원 57">
                <a:extLst>
                  <a:ext uri="{FF2B5EF4-FFF2-40B4-BE49-F238E27FC236}">
                    <a16:creationId xmlns:a16="http://schemas.microsoft.com/office/drawing/2014/main" id="{7882F5E4-FE79-6EE6-D1DC-A4F16B515B3E}"/>
                  </a:ext>
                </a:extLst>
              </p:cNvPr>
              <p:cNvSpPr/>
              <p:nvPr/>
            </p:nvSpPr>
            <p:spPr>
              <a:xfrm>
                <a:off x="1253961" y="4014080"/>
                <a:ext cx="303750" cy="303750"/>
              </a:xfrm>
              <a:prstGeom prst="ellips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13"/>
              </a:p>
            </p:txBody>
          </p:sp>
        </p:grpSp>
        <p:sp>
          <p:nvSpPr>
            <p:cNvPr id="51" name="직사각형 50">
              <a:extLst>
                <a:ext uri="{FF2B5EF4-FFF2-40B4-BE49-F238E27FC236}">
                  <a16:creationId xmlns:a16="http://schemas.microsoft.com/office/drawing/2014/main" id="{E49CFD42-1902-6E44-5EA2-2C326A7E0422}"/>
                </a:ext>
              </a:extLst>
            </p:cNvPr>
            <p:cNvSpPr/>
            <p:nvPr/>
          </p:nvSpPr>
          <p:spPr>
            <a:xfrm rot="10800000">
              <a:off x="1979125" y="5851075"/>
              <a:ext cx="712781" cy="97282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13"/>
            </a:p>
          </p:txBody>
        </p:sp>
        <p:sp>
          <p:nvSpPr>
            <p:cNvPr id="52" name="직사각형 51">
              <a:extLst>
                <a:ext uri="{FF2B5EF4-FFF2-40B4-BE49-F238E27FC236}">
                  <a16:creationId xmlns:a16="http://schemas.microsoft.com/office/drawing/2014/main" id="{D9C19ADA-ED26-B149-C494-5C681E118E45}"/>
                </a:ext>
              </a:extLst>
            </p:cNvPr>
            <p:cNvSpPr/>
            <p:nvPr/>
          </p:nvSpPr>
          <p:spPr>
            <a:xfrm rot="10800000">
              <a:off x="2993985" y="5851075"/>
              <a:ext cx="712781" cy="97282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13"/>
            </a:p>
          </p:txBody>
        </p:sp>
      </p:grpSp>
      <p:sp>
        <p:nvSpPr>
          <p:cNvPr id="69" name="타원 68">
            <a:extLst>
              <a:ext uri="{FF2B5EF4-FFF2-40B4-BE49-F238E27FC236}">
                <a16:creationId xmlns:a16="http://schemas.microsoft.com/office/drawing/2014/main" id="{A0B0A094-AC51-3876-A305-2BEE5C326008}"/>
              </a:ext>
            </a:extLst>
          </p:cNvPr>
          <p:cNvSpPr/>
          <p:nvPr/>
        </p:nvSpPr>
        <p:spPr>
          <a:xfrm>
            <a:off x="5218307" y="4248792"/>
            <a:ext cx="318356" cy="306986"/>
          </a:xfrm>
          <a:prstGeom prst="ellipse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타원 1">
            <a:extLst>
              <a:ext uri="{FF2B5EF4-FFF2-40B4-BE49-F238E27FC236}">
                <a16:creationId xmlns:a16="http://schemas.microsoft.com/office/drawing/2014/main" id="{5AA2CEDB-B3A6-E517-5369-8EDF7A87F99B}"/>
              </a:ext>
            </a:extLst>
          </p:cNvPr>
          <p:cNvSpPr/>
          <p:nvPr/>
        </p:nvSpPr>
        <p:spPr>
          <a:xfrm>
            <a:off x="4750702" y="2353638"/>
            <a:ext cx="2207498" cy="2171424"/>
          </a:xfrm>
          <a:prstGeom prst="ellipse">
            <a:avLst/>
          </a:prstGeom>
          <a:noFill/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" name="직선 화살표 연결선 3">
            <a:extLst>
              <a:ext uri="{FF2B5EF4-FFF2-40B4-BE49-F238E27FC236}">
                <a16:creationId xmlns:a16="http://schemas.microsoft.com/office/drawing/2014/main" id="{5B2252DB-BAF0-38D3-E77D-F474E802C032}"/>
              </a:ext>
            </a:extLst>
          </p:cNvPr>
          <p:cNvCxnSpPr>
            <a:cxnSpLocks/>
            <a:endCxn id="41" idx="0"/>
          </p:cNvCxnSpPr>
          <p:nvPr/>
        </p:nvCxnSpPr>
        <p:spPr>
          <a:xfrm flipH="1">
            <a:off x="4743330" y="4402285"/>
            <a:ext cx="619509" cy="93742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339E453B-5A27-2FB3-913E-E2EC8E168D9D}"/>
              </a:ext>
            </a:extLst>
          </p:cNvPr>
          <p:cNvCxnSpPr>
            <a:cxnSpLocks/>
            <a:endCxn id="42" idx="0"/>
          </p:cNvCxnSpPr>
          <p:nvPr/>
        </p:nvCxnSpPr>
        <p:spPr>
          <a:xfrm flipH="1">
            <a:off x="5362839" y="4389385"/>
            <a:ext cx="14646" cy="95032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4EE671E8-BCDA-F429-345D-86B4EFFF86A4}"/>
              </a:ext>
            </a:extLst>
          </p:cNvPr>
          <p:cNvSpPr txBox="1"/>
          <p:nvPr/>
        </p:nvSpPr>
        <p:spPr>
          <a:xfrm>
            <a:off x="5292629" y="3692976"/>
            <a:ext cx="18822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원하는 슬롯으로</a:t>
            </a:r>
            <a:endParaRPr lang="en-US" altLang="ko-KR" dirty="0"/>
          </a:p>
          <a:p>
            <a:r>
              <a:rPr lang="ko-KR" altLang="en-US" dirty="0"/>
              <a:t>직선 이동</a:t>
            </a:r>
          </a:p>
        </p:txBody>
      </p:sp>
    </p:spTree>
    <p:extLst>
      <p:ext uri="{BB962C8B-B14F-4D97-AF65-F5344CB8AC3E}">
        <p14:creationId xmlns:p14="http://schemas.microsoft.com/office/powerpoint/2010/main" val="9402110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348BD0-3DAF-7B39-9B3C-A1D7556F71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그룹 28">
            <a:extLst>
              <a:ext uri="{FF2B5EF4-FFF2-40B4-BE49-F238E27FC236}">
                <a16:creationId xmlns:a16="http://schemas.microsoft.com/office/drawing/2014/main" id="{474BE5AF-F966-75F5-DF91-F977D4EF58A6}"/>
              </a:ext>
            </a:extLst>
          </p:cNvPr>
          <p:cNvGrpSpPr/>
          <p:nvPr/>
        </p:nvGrpSpPr>
        <p:grpSpPr>
          <a:xfrm>
            <a:off x="2459465" y="667502"/>
            <a:ext cx="6760735" cy="5522996"/>
            <a:chOff x="687845" y="2332129"/>
            <a:chExt cx="4308091" cy="3616228"/>
          </a:xfrm>
          <a:solidFill>
            <a:schemeClr val="bg1"/>
          </a:solidFill>
        </p:grpSpPr>
        <p:sp>
          <p:nvSpPr>
            <p:cNvPr id="32" name="사각형: 둥근 모서리 31">
              <a:extLst>
                <a:ext uri="{FF2B5EF4-FFF2-40B4-BE49-F238E27FC236}">
                  <a16:creationId xmlns:a16="http://schemas.microsoft.com/office/drawing/2014/main" id="{A8232481-5DEF-AC0F-871E-9E0FC1E44156}"/>
                </a:ext>
              </a:extLst>
            </p:cNvPr>
            <p:cNvSpPr/>
            <p:nvPr/>
          </p:nvSpPr>
          <p:spPr>
            <a:xfrm>
              <a:off x="2916560" y="4594635"/>
              <a:ext cx="862607" cy="543598"/>
            </a:xfrm>
            <a:prstGeom prst="round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13"/>
            </a:p>
          </p:txBody>
        </p:sp>
        <p:sp>
          <p:nvSpPr>
            <p:cNvPr id="33" name="사각형: 둥근 모서리 32">
              <a:extLst>
                <a:ext uri="{FF2B5EF4-FFF2-40B4-BE49-F238E27FC236}">
                  <a16:creationId xmlns:a16="http://schemas.microsoft.com/office/drawing/2014/main" id="{84F6D7CF-E8BB-7A6C-7652-22DEA99683F9}"/>
                </a:ext>
              </a:extLst>
            </p:cNvPr>
            <p:cNvSpPr/>
            <p:nvPr/>
          </p:nvSpPr>
          <p:spPr>
            <a:xfrm>
              <a:off x="1904213" y="4594635"/>
              <a:ext cx="862608" cy="543598"/>
            </a:xfrm>
            <a:prstGeom prst="round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13"/>
            </a:p>
          </p:txBody>
        </p:sp>
        <p:sp>
          <p:nvSpPr>
            <p:cNvPr id="34" name="육각형 33">
              <a:extLst>
                <a:ext uri="{FF2B5EF4-FFF2-40B4-BE49-F238E27FC236}">
                  <a16:creationId xmlns:a16="http://schemas.microsoft.com/office/drawing/2014/main" id="{F6E2C152-E459-2DFD-F562-F06CA7771C86}"/>
                </a:ext>
              </a:extLst>
            </p:cNvPr>
            <p:cNvSpPr/>
            <p:nvPr/>
          </p:nvSpPr>
          <p:spPr>
            <a:xfrm rot="5400000">
              <a:off x="1828993" y="3153455"/>
              <a:ext cx="2025000" cy="2025000"/>
            </a:xfrm>
            <a:prstGeom prst="hexagon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13"/>
            </a:p>
          </p:txBody>
        </p:sp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83F688DB-CA2D-9029-8162-74BD576F20E6}"/>
                </a:ext>
              </a:extLst>
            </p:cNvPr>
            <p:cNvSpPr/>
            <p:nvPr/>
          </p:nvSpPr>
          <p:spPr>
            <a:xfrm rot="20011563">
              <a:off x="1973936" y="3305604"/>
              <a:ext cx="704321" cy="98450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13" dirty="0"/>
            </a:p>
          </p:txBody>
        </p:sp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5A41803B-0A8D-0926-C277-C856DA1D9687}"/>
                </a:ext>
              </a:extLst>
            </p:cNvPr>
            <p:cNvSpPr/>
            <p:nvPr/>
          </p:nvSpPr>
          <p:spPr>
            <a:xfrm rot="16200000">
              <a:off x="1424096" y="4098379"/>
              <a:ext cx="712781" cy="97282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13"/>
            </a:p>
          </p:txBody>
        </p:sp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59B0A93C-D680-2FBF-5ACE-116A7B65908C}"/>
                </a:ext>
              </a:extLst>
            </p:cNvPr>
            <p:cNvSpPr/>
            <p:nvPr/>
          </p:nvSpPr>
          <p:spPr>
            <a:xfrm rot="1599716">
              <a:off x="3008452" y="3307544"/>
              <a:ext cx="704321" cy="98450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13"/>
            </a:p>
          </p:txBody>
        </p:sp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4A8F0C2D-B235-18CB-6CAD-6794B190507C}"/>
                </a:ext>
              </a:extLst>
            </p:cNvPr>
            <p:cNvSpPr/>
            <p:nvPr/>
          </p:nvSpPr>
          <p:spPr>
            <a:xfrm rot="10800000">
              <a:off x="1979126" y="5137988"/>
              <a:ext cx="712781" cy="97282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13"/>
            </a:p>
          </p:txBody>
        </p:sp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624F93E3-5E55-C1E9-9090-00D26A8170DC}"/>
                </a:ext>
              </a:extLst>
            </p:cNvPr>
            <p:cNvSpPr/>
            <p:nvPr/>
          </p:nvSpPr>
          <p:spPr>
            <a:xfrm rot="10800000">
              <a:off x="2991473" y="5137988"/>
              <a:ext cx="712781" cy="97282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13"/>
            </a:p>
          </p:txBody>
        </p:sp>
        <p:sp>
          <p:nvSpPr>
            <p:cNvPr id="40" name="사각형: 둥근 모서리 39">
              <a:extLst>
                <a:ext uri="{FF2B5EF4-FFF2-40B4-BE49-F238E27FC236}">
                  <a16:creationId xmlns:a16="http://schemas.microsoft.com/office/drawing/2014/main" id="{7703B481-F09F-C91D-899E-29F94E25519F}"/>
                </a:ext>
              </a:extLst>
            </p:cNvPr>
            <p:cNvSpPr/>
            <p:nvPr/>
          </p:nvSpPr>
          <p:spPr>
            <a:xfrm>
              <a:off x="1904213" y="5235271"/>
              <a:ext cx="862608" cy="619755"/>
            </a:xfrm>
            <a:prstGeom prst="round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13"/>
            </a:p>
          </p:txBody>
        </p:sp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70380682-CA7D-E57D-CB11-09C68DE97ABF}"/>
                </a:ext>
              </a:extLst>
            </p:cNvPr>
            <p:cNvSpPr/>
            <p:nvPr/>
          </p:nvSpPr>
          <p:spPr>
            <a:xfrm>
              <a:off x="1991300" y="5391298"/>
              <a:ext cx="303750" cy="303750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13" dirty="0"/>
            </a:p>
          </p:txBody>
        </p:sp>
        <p:sp>
          <p:nvSpPr>
            <p:cNvPr id="42" name="타원 41">
              <a:extLst>
                <a:ext uri="{FF2B5EF4-FFF2-40B4-BE49-F238E27FC236}">
                  <a16:creationId xmlns:a16="http://schemas.microsoft.com/office/drawing/2014/main" id="{5D4CDCD6-585E-A912-052D-1DAC881BB9DD}"/>
                </a:ext>
              </a:extLst>
            </p:cNvPr>
            <p:cNvSpPr/>
            <p:nvPr/>
          </p:nvSpPr>
          <p:spPr>
            <a:xfrm>
              <a:off x="2386065" y="5391298"/>
              <a:ext cx="303750" cy="303750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13"/>
            </a:p>
          </p:txBody>
        </p:sp>
        <p:sp>
          <p:nvSpPr>
            <p:cNvPr id="43" name="사각형: 둥근 모서리 42">
              <a:extLst>
                <a:ext uri="{FF2B5EF4-FFF2-40B4-BE49-F238E27FC236}">
                  <a16:creationId xmlns:a16="http://schemas.microsoft.com/office/drawing/2014/main" id="{BA543738-83F6-B301-B111-C2A761577584}"/>
                </a:ext>
              </a:extLst>
            </p:cNvPr>
            <p:cNvSpPr/>
            <p:nvPr/>
          </p:nvSpPr>
          <p:spPr>
            <a:xfrm>
              <a:off x="2916560" y="5235271"/>
              <a:ext cx="862608" cy="619755"/>
            </a:xfrm>
            <a:prstGeom prst="round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13"/>
            </a:p>
          </p:txBody>
        </p:sp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4084AEB3-F2A7-8CDA-78EA-AB2A2170D0CA}"/>
                </a:ext>
              </a:extLst>
            </p:cNvPr>
            <p:cNvSpPr/>
            <p:nvPr/>
          </p:nvSpPr>
          <p:spPr>
            <a:xfrm>
              <a:off x="3003647" y="5391298"/>
              <a:ext cx="303750" cy="303750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13"/>
            </a:p>
          </p:txBody>
        </p:sp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3D539838-E12B-B7D8-ABA5-7580ECED711A}"/>
                </a:ext>
              </a:extLst>
            </p:cNvPr>
            <p:cNvSpPr/>
            <p:nvPr/>
          </p:nvSpPr>
          <p:spPr>
            <a:xfrm>
              <a:off x="3398412" y="5391298"/>
              <a:ext cx="303750" cy="303750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13"/>
            </a:p>
          </p:txBody>
        </p:sp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BEDF0564-3FA4-58A1-013B-32E3DDB22B84}"/>
                </a:ext>
              </a:extLst>
            </p:cNvPr>
            <p:cNvSpPr/>
            <p:nvPr/>
          </p:nvSpPr>
          <p:spPr>
            <a:xfrm rot="16200000">
              <a:off x="3546904" y="4098380"/>
              <a:ext cx="712781" cy="97282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13" dirty="0"/>
            </a:p>
          </p:txBody>
        </p:sp>
        <p:grpSp>
          <p:nvGrpSpPr>
            <p:cNvPr id="47" name="그룹 46">
              <a:extLst>
                <a:ext uri="{FF2B5EF4-FFF2-40B4-BE49-F238E27FC236}">
                  <a16:creationId xmlns:a16="http://schemas.microsoft.com/office/drawing/2014/main" id="{6CC5F027-FD66-3141-3E8D-D418C3324380}"/>
                </a:ext>
              </a:extLst>
            </p:cNvPr>
            <p:cNvGrpSpPr/>
            <p:nvPr/>
          </p:nvGrpSpPr>
          <p:grpSpPr>
            <a:xfrm>
              <a:off x="687845" y="3625020"/>
              <a:ext cx="1044000" cy="1044000"/>
              <a:chOff x="687845" y="3625020"/>
              <a:chExt cx="1044000" cy="1044000"/>
            </a:xfrm>
            <a:grpFill/>
          </p:grpSpPr>
          <p:sp>
            <p:nvSpPr>
              <p:cNvPr id="65" name="사각형: 둥근 모서리 64">
                <a:extLst>
                  <a:ext uri="{FF2B5EF4-FFF2-40B4-BE49-F238E27FC236}">
                    <a16:creationId xmlns:a16="http://schemas.microsoft.com/office/drawing/2014/main" id="{5F3E4874-DBB6-DF28-D073-9A96B1886CD2}"/>
                  </a:ext>
                </a:extLst>
              </p:cNvPr>
              <p:cNvSpPr/>
              <p:nvPr/>
            </p:nvSpPr>
            <p:spPr>
              <a:xfrm>
                <a:off x="687845" y="3625020"/>
                <a:ext cx="1044000" cy="1044000"/>
              </a:xfrm>
              <a:prstGeom prst="round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6" name="타원 65">
                <a:extLst>
                  <a:ext uri="{FF2B5EF4-FFF2-40B4-BE49-F238E27FC236}">
                    <a16:creationId xmlns:a16="http://schemas.microsoft.com/office/drawing/2014/main" id="{0220B4B6-8ED8-A289-A78E-E1CE2A134FE2}"/>
                  </a:ext>
                </a:extLst>
              </p:cNvPr>
              <p:cNvSpPr/>
              <p:nvPr/>
            </p:nvSpPr>
            <p:spPr>
              <a:xfrm>
                <a:off x="853063" y="4014080"/>
                <a:ext cx="303750" cy="303750"/>
              </a:xfrm>
              <a:prstGeom prst="ellips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13"/>
              </a:p>
            </p:txBody>
          </p:sp>
          <p:sp>
            <p:nvSpPr>
              <p:cNvPr id="67" name="타원 66">
                <a:extLst>
                  <a:ext uri="{FF2B5EF4-FFF2-40B4-BE49-F238E27FC236}">
                    <a16:creationId xmlns:a16="http://schemas.microsoft.com/office/drawing/2014/main" id="{C05380BE-5CFE-A6D9-6EA6-FC918F033F7B}"/>
                  </a:ext>
                </a:extLst>
              </p:cNvPr>
              <p:cNvSpPr/>
              <p:nvPr/>
            </p:nvSpPr>
            <p:spPr>
              <a:xfrm>
                <a:off x="1253961" y="4014080"/>
                <a:ext cx="303750" cy="303750"/>
              </a:xfrm>
              <a:prstGeom prst="ellips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13"/>
              </a:p>
            </p:txBody>
          </p:sp>
        </p:grpSp>
        <p:grpSp>
          <p:nvGrpSpPr>
            <p:cNvPr id="48" name="그룹 47">
              <a:extLst>
                <a:ext uri="{FF2B5EF4-FFF2-40B4-BE49-F238E27FC236}">
                  <a16:creationId xmlns:a16="http://schemas.microsoft.com/office/drawing/2014/main" id="{1A83DACA-C884-1281-A307-085B9C3CCC79}"/>
                </a:ext>
              </a:extLst>
            </p:cNvPr>
            <p:cNvGrpSpPr/>
            <p:nvPr/>
          </p:nvGrpSpPr>
          <p:grpSpPr>
            <a:xfrm rot="20016713">
              <a:off x="1538337" y="2333321"/>
              <a:ext cx="1044000" cy="1044000"/>
              <a:chOff x="687845" y="3625020"/>
              <a:chExt cx="1044000" cy="1044000"/>
            </a:xfrm>
            <a:grpFill/>
          </p:grpSpPr>
          <p:sp>
            <p:nvSpPr>
              <p:cNvPr id="62" name="사각형: 둥근 모서리 61">
                <a:extLst>
                  <a:ext uri="{FF2B5EF4-FFF2-40B4-BE49-F238E27FC236}">
                    <a16:creationId xmlns:a16="http://schemas.microsoft.com/office/drawing/2014/main" id="{169D717B-5965-249F-9093-BDF5D599F610}"/>
                  </a:ext>
                </a:extLst>
              </p:cNvPr>
              <p:cNvSpPr/>
              <p:nvPr/>
            </p:nvSpPr>
            <p:spPr>
              <a:xfrm>
                <a:off x="687845" y="3625020"/>
                <a:ext cx="1044000" cy="1044000"/>
              </a:xfrm>
              <a:prstGeom prst="round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3" name="타원 62">
                <a:extLst>
                  <a:ext uri="{FF2B5EF4-FFF2-40B4-BE49-F238E27FC236}">
                    <a16:creationId xmlns:a16="http://schemas.microsoft.com/office/drawing/2014/main" id="{5A830232-C96E-A233-3C5B-11BB11CBE5C6}"/>
                  </a:ext>
                </a:extLst>
              </p:cNvPr>
              <p:cNvSpPr/>
              <p:nvPr/>
            </p:nvSpPr>
            <p:spPr>
              <a:xfrm>
                <a:off x="853063" y="4014080"/>
                <a:ext cx="303750" cy="303750"/>
              </a:xfrm>
              <a:prstGeom prst="ellips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13"/>
              </a:p>
            </p:txBody>
          </p:sp>
          <p:sp>
            <p:nvSpPr>
              <p:cNvPr id="64" name="타원 63">
                <a:extLst>
                  <a:ext uri="{FF2B5EF4-FFF2-40B4-BE49-F238E27FC236}">
                    <a16:creationId xmlns:a16="http://schemas.microsoft.com/office/drawing/2014/main" id="{A2E7C8CF-1613-1E03-F029-7F6855F64EC2}"/>
                  </a:ext>
                </a:extLst>
              </p:cNvPr>
              <p:cNvSpPr/>
              <p:nvPr/>
            </p:nvSpPr>
            <p:spPr>
              <a:xfrm>
                <a:off x="1253961" y="4014080"/>
                <a:ext cx="303750" cy="303750"/>
              </a:xfrm>
              <a:prstGeom prst="ellips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13"/>
              </a:p>
            </p:txBody>
          </p:sp>
        </p:grpSp>
        <p:grpSp>
          <p:nvGrpSpPr>
            <p:cNvPr id="49" name="그룹 48">
              <a:extLst>
                <a:ext uri="{FF2B5EF4-FFF2-40B4-BE49-F238E27FC236}">
                  <a16:creationId xmlns:a16="http://schemas.microsoft.com/office/drawing/2014/main" id="{F02EF698-0341-E9FE-7475-4B9549AE7EBA}"/>
                </a:ext>
              </a:extLst>
            </p:cNvPr>
            <p:cNvGrpSpPr/>
            <p:nvPr/>
          </p:nvGrpSpPr>
          <p:grpSpPr>
            <a:xfrm rot="1600827">
              <a:off x="3099458" y="2332129"/>
              <a:ext cx="1044000" cy="1044000"/>
              <a:chOff x="687845" y="3625020"/>
              <a:chExt cx="1044000" cy="1044000"/>
            </a:xfrm>
            <a:grpFill/>
          </p:grpSpPr>
          <p:sp>
            <p:nvSpPr>
              <p:cNvPr id="59" name="사각형: 둥근 모서리 58">
                <a:extLst>
                  <a:ext uri="{FF2B5EF4-FFF2-40B4-BE49-F238E27FC236}">
                    <a16:creationId xmlns:a16="http://schemas.microsoft.com/office/drawing/2014/main" id="{D13C996C-5117-0BDC-2746-F2CABF5B7FA3}"/>
                  </a:ext>
                </a:extLst>
              </p:cNvPr>
              <p:cNvSpPr/>
              <p:nvPr/>
            </p:nvSpPr>
            <p:spPr>
              <a:xfrm>
                <a:off x="687845" y="3625020"/>
                <a:ext cx="1044000" cy="1044000"/>
              </a:xfrm>
              <a:prstGeom prst="round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60" name="타원 59">
                <a:extLst>
                  <a:ext uri="{FF2B5EF4-FFF2-40B4-BE49-F238E27FC236}">
                    <a16:creationId xmlns:a16="http://schemas.microsoft.com/office/drawing/2014/main" id="{5821F3EB-6281-0ABE-61B5-5C0FE051380E}"/>
                  </a:ext>
                </a:extLst>
              </p:cNvPr>
              <p:cNvSpPr/>
              <p:nvPr/>
            </p:nvSpPr>
            <p:spPr>
              <a:xfrm>
                <a:off x="853063" y="4014080"/>
                <a:ext cx="303750" cy="303750"/>
              </a:xfrm>
              <a:prstGeom prst="ellips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13"/>
              </a:p>
            </p:txBody>
          </p:sp>
          <p:sp>
            <p:nvSpPr>
              <p:cNvPr id="61" name="타원 60">
                <a:extLst>
                  <a:ext uri="{FF2B5EF4-FFF2-40B4-BE49-F238E27FC236}">
                    <a16:creationId xmlns:a16="http://schemas.microsoft.com/office/drawing/2014/main" id="{10583728-1720-0D1F-D1DF-B74D8E6D3314}"/>
                  </a:ext>
                </a:extLst>
              </p:cNvPr>
              <p:cNvSpPr/>
              <p:nvPr/>
            </p:nvSpPr>
            <p:spPr>
              <a:xfrm>
                <a:off x="1253961" y="4014080"/>
                <a:ext cx="303750" cy="303750"/>
              </a:xfrm>
              <a:prstGeom prst="ellips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13"/>
              </a:p>
            </p:txBody>
          </p:sp>
        </p:grpSp>
        <p:grpSp>
          <p:nvGrpSpPr>
            <p:cNvPr id="50" name="그룹 49">
              <a:extLst>
                <a:ext uri="{FF2B5EF4-FFF2-40B4-BE49-F238E27FC236}">
                  <a16:creationId xmlns:a16="http://schemas.microsoft.com/office/drawing/2014/main" id="{7804D77D-510C-2769-B580-0D099D3796D6}"/>
                </a:ext>
              </a:extLst>
            </p:cNvPr>
            <p:cNvGrpSpPr/>
            <p:nvPr/>
          </p:nvGrpSpPr>
          <p:grpSpPr>
            <a:xfrm>
              <a:off x="3951936" y="3625020"/>
              <a:ext cx="1044000" cy="1044000"/>
              <a:chOff x="691020" y="3625020"/>
              <a:chExt cx="1044000" cy="1044000"/>
            </a:xfrm>
            <a:grpFill/>
          </p:grpSpPr>
          <p:sp>
            <p:nvSpPr>
              <p:cNvPr id="56" name="사각형: 둥근 모서리 55">
                <a:extLst>
                  <a:ext uri="{FF2B5EF4-FFF2-40B4-BE49-F238E27FC236}">
                    <a16:creationId xmlns:a16="http://schemas.microsoft.com/office/drawing/2014/main" id="{7E5F601F-230C-C581-5153-32CACDF24997}"/>
                  </a:ext>
                </a:extLst>
              </p:cNvPr>
              <p:cNvSpPr/>
              <p:nvPr/>
            </p:nvSpPr>
            <p:spPr>
              <a:xfrm>
                <a:off x="691020" y="3625020"/>
                <a:ext cx="1044000" cy="1044000"/>
              </a:xfrm>
              <a:prstGeom prst="round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7" name="타원 56">
                <a:extLst>
                  <a:ext uri="{FF2B5EF4-FFF2-40B4-BE49-F238E27FC236}">
                    <a16:creationId xmlns:a16="http://schemas.microsoft.com/office/drawing/2014/main" id="{DDE37F6B-1F00-550B-DD76-6B41F94D3938}"/>
                  </a:ext>
                </a:extLst>
              </p:cNvPr>
              <p:cNvSpPr/>
              <p:nvPr/>
            </p:nvSpPr>
            <p:spPr>
              <a:xfrm>
                <a:off x="853063" y="4014080"/>
                <a:ext cx="303750" cy="303750"/>
              </a:xfrm>
              <a:prstGeom prst="ellips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13"/>
              </a:p>
            </p:txBody>
          </p:sp>
          <p:sp>
            <p:nvSpPr>
              <p:cNvPr id="58" name="타원 57">
                <a:extLst>
                  <a:ext uri="{FF2B5EF4-FFF2-40B4-BE49-F238E27FC236}">
                    <a16:creationId xmlns:a16="http://schemas.microsoft.com/office/drawing/2014/main" id="{85F3EC27-9CA0-6E26-9041-3F6B7FAAB988}"/>
                  </a:ext>
                </a:extLst>
              </p:cNvPr>
              <p:cNvSpPr/>
              <p:nvPr/>
            </p:nvSpPr>
            <p:spPr>
              <a:xfrm>
                <a:off x="1253961" y="4014080"/>
                <a:ext cx="303750" cy="303750"/>
              </a:xfrm>
              <a:prstGeom prst="ellips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13"/>
              </a:p>
            </p:txBody>
          </p:sp>
        </p:grpSp>
        <p:sp>
          <p:nvSpPr>
            <p:cNvPr id="51" name="직사각형 50">
              <a:extLst>
                <a:ext uri="{FF2B5EF4-FFF2-40B4-BE49-F238E27FC236}">
                  <a16:creationId xmlns:a16="http://schemas.microsoft.com/office/drawing/2014/main" id="{8F168578-5E01-8523-A255-0034FE2E43C2}"/>
                </a:ext>
              </a:extLst>
            </p:cNvPr>
            <p:cNvSpPr/>
            <p:nvPr/>
          </p:nvSpPr>
          <p:spPr>
            <a:xfrm rot="10800000">
              <a:off x="1979125" y="5851075"/>
              <a:ext cx="712781" cy="97282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13"/>
            </a:p>
          </p:txBody>
        </p:sp>
        <p:sp>
          <p:nvSpPr>
            <p:cNvPr id="52" name="직사각형 51">
              <a:extLst>
                <a:ext uri="{FF2B5EF4-FFF2-40B4-BE49-F238E27FC236}">
                  <a16:creationId xmlns:a16="http://schemas.microsoft.com/office/drawing/2014/main" id="{335CF895-5C69-1161-AE56-C28C36AADEB0}"/>
                </a:ext>
              </a:extLst>
            </p:cNvPr>
            <p:cNvSpPr/>
            <p:nvPr/>
          </p:nvSpPr>
          <p:spPr>
            <a:xfrm rot="10800000">
              <a:off x="2993985" y="5851075"/>
              <a:ext cx="712781" cy="97282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13"/>
            </a:p>
          </p:txBody>
        </p:sp>
      </p:grpSp>
      <p:sp>
        <p:nvSpPr>
          <p:cNvPr id="69" name="타원 68">
            <a:extLst>
              <a:ext uri="{FF2B5EF4-FFF2-40B4-BE49-F238E27FC236}">
                <a16:creationId xmlns:a16="http://schemas.microsoft.com/office/drawing/2014/main" id="{D28EEA8B-90A1-CE13-B8CE-2B537477528E}"/>
              </a:ext>
            </a:extLst>
          </p:cNvPr>
          <p:cNvSpPr/>
          <p:nvPr/>
        </p:nvSpPr>
        <p:spPr>
          <a:xfrm>
            <a:off x="5161606" y="5320685"/>
            <a:ext cx="417111" cy="462379"/>
          </a:xfrm>
          <a:prstGeom prst="ellipse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타원 1">
            <a:extLst>
              <a:ext uri="{FF2B5EF4-FFF2-40B4-BE49-F238E27FC236}">
                <a16:creationId xmlns:a16="http://schemas.microsoft.com/office/drawing/2014/main" id="{1EDA5CE2-E312-7109-0C5B-1EF92E71216F}"/>
              </a:ext>
            </a:extLst>
          </p:cNvPr>
          <p:cNvSpPr/>
          <p:nvPr/>
        </p:nvSpPr>
        <p:spPr>
          <a:xfrm>
            <a:off x="4750702" y="2353638"/>
            <a:ext cx="2207498" cy="2171424"/>
          </a:xfrm>
          <a:prstGeom prst="ellipse">
            <a:avLst/>
          </a:prstGeom>
          <a:noFill/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DBCC4DA-EE4E-D98F-1375-057E0C3BD559}"/>
              </a:ext>
            </a:extLst>
          </p:cNvPr>
          <p:cNvSpPr txBox="1"/>
          <p:nvPr/>
        </p:nvSpPr>
        <p:spPr>
          <a:xfrm>
            <a:off x="1829957" y="4915494"/>
            <a:ext cx="265489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이동시킨 이미지 삭제</a:t>
            </a:r>
            <a:endParaRPr lang="en-US" altLang="ko-KR" dirty="0"/>
          </a:p>
          <a:p>
            <a:r>
              <a:rPr lang="en-US" altLang="ko-KR" dirty="0"/>
              <a:t>-&gt; </a:t>
            </a:r>
            <a:r>
              <a:rPr lang="ko-KR" altLang="en-US" dirty="0"/>
              <a:t>해당 슬롯 이미지</a:t>
            </a:r>
            <a:r>
              <a:rPr lang="en-US" altLang="ko-KR" dirty="0"/>
              <a:t>on</a:t>
            </a:r>
          </a:p>
        </p:txBody>
      </p:sp>
    </p:spTree>
    <p:extLst>
      <p:ext uri="{BB962C8B-B14F-4D97-AF65-F5344CB8AC3E}">
        <p14:creationId xmlns:p14="http://schemas.microsoft.com/office/powerpoint/2010/main" val="22052550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4B6355-5467-0D2B-375A-B1E5CC6969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원, 스크린샷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28D90C0-C0F7-D4BE-CE9F-35DFFC6786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6082" y="533400"/>
            <a:ext cx="5126236" cy="4152900"/>
          </a:xfrm>
          <a:prstGeom prst="rect">
            <a:avLst/>
          </a:prstGeom>
        </p:spPr>
      </p:pic>
      <p:sp>
        <p:nvSpPr>
          <p:cNvPr id="7" name="타원 6">
            <a:extLst>
              <a:ext uri="{FF2B5EF4-FFF2-40B4-BE49-F238E27FC236}">
                <a16:creationId xmlns:a16="http://schemas.microsoft.com/office/drawing/2014/main" id="{9656A509-4FE4-7A33-B2AE-CC67BCB38297}"/>
              </a:ext>
            </a:extLst>
          </p:cNvPr>
          <p:cNvSpPr/>
          <p:nvPr/>
        </p:nvSpPr>
        <p:spPr>
          <a:xfrm>
            <a:off x="2794000" y="2179637"/>
            <a:ext cx="2438400" cy="24987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94DCBB05-4100-214E-505E-20723A14FF3B}"/>
              </a:ext>
            </a:extLst>
          </p:cNvPr>
          <p:cNvSpPr/>
          <p:nvPr/>
        </p:nvSpPr>
        <p:spPr>
          <a:xfrm>
            <a:off x="4064000" y="2281237"/>
            <a:ext cx="2438400" cy="24987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E377E96C-5D19-D164-2E5D-D5BA4D1BD27A}"/>
              </a:ext>
            </a:extLst>
          </p:cNvPr>
          <p:cNvCxnSpPr>
            <a:cxnSpLocks/>
          </p:cNvCxnSpPr>
          <p:nvPr/>
        </p:nvCxnSpPr>
        <p:spPr>
          <a:xfrm>
            <a:off x="4178300" y="1917700"/>
            <a:ext cx="965200" cy="1041400"/>
          </a:xfrm>
          <a:prstGeom prst="straightConnector1">
            <a:avLst/>
          </a:prstGeom>
          <a:ln w="69850"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C8C5AE30-C1A9-3D74-9913-C3786BB1FBDA}"/>
              </a:ext>
            </a:extLst>
          </p:cNvPr>
          <p:cNvSpPr txBox="1"/>
          <p:nvPr/>
        </p:nvSpPr>
        <p:spPr>
          <a:xfrm>
            <a:off x="7592318" y="1112837"/>
            <a:ext cx="224151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역기구학</a:t>
            </a:r>
            <a:r>
              <a:rPr lang="en-US" altLang="ko-KR" dirty="0"/>
              <a:t>?</a:t>
            </a:r>
          </a:p>
          <a:p>
            <a:r>
              <a:rPr lang="en-US" altLang="ko-KR" dirty="0"/>
              <a:t>(Inverse kinematics)</a:t>
            </a:r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DD83DBB-9313-AE93-9803-4E463A8289C7}"/>
              </a:ext>
            </a:extLst>
          </p:cNvPr>
          <p:cNvSpPr txBox="1"/>
          <p:nvPr/>
        </p:nvSpPr>
        <p:spPr>
          <a:xfrm>
            <a:off x="877454" y="542426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https://github.com/ctw0727/2D_Robotic_Arm/blob/main/KR_RoboticArmPrecoding.cs</a:t>
            </a:r>
          </a:p>
        </p:txBody>
      </p:sp>
    </p:spTree>
    <p:extLst>
      <p:ext uri="{BB962C8B-B14F-4D97-AF65-F5344CB8AC3E}">
        <p14:creationId xmlns:p14="http://schemas.microsoft.com/office/powerpoint/2010/main" val="34894434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그룹 45">
            <a:extLst>
              <a:ext uri="{FF2B5EF4-FFF2-40B4-BE49-F238E27FC236}">
                <a16:creationId xmlns:a16="http://schemas.microsoft.com/office/drawing/2014/main" id="{D177A357-4612-07ED-F8AB-DF8466BE60E5}"/>
              </a:ext>
            </a:extLst>
          </p:cNvPr>
          <p:cNvGrpSpPr/>
          <p:nvPr/>
        </p:nvGrpSpPr>
        <p:grpSpPr>
          <a:xfrm>
            <a:off x="318931" y="0"/>
            <a:ext cx="7234222" cy="6015955"/>
            <a:chOff x="1293043" y="422568"/>
            <a:chExt cx="6574608" cy="6015955"/>
          </a:xfrm>
        </p:grpSpPr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id="{B0C277EC-D4C1-8F7B-EDF8-321393ACD511}"/>
                </a:ext>
              </a:extLst>
            </p:cNvPr>
            <p:cNvGrpSpPr/>
            <p:nvPr/>
          </p:nvGrpSpPr>
          <p:grpSpPr>
            <a:xfrm>
              <a:off x="1293043" y="422568"/>
              <a:ext cx="6574608" cy="6015955"/>
              <a:chOff x="687845" y="2333987"/>
              <a:chExt cx="4308091" cy="3614370"/>
            </a:xfrm>
            <a:solidFill>
              <a:schemeClr val="bg1"/>
            </a:solidFill>
          </p:grpSpPr>
          <p:sp>
            <p:nvSpPr>
              <p:cNvPr id="5" name="사각형: 둥근 모서리 4">
                <a:extLst>
                  <a:ext uri="{FF2B5EF4-FFF2-40B4-BE49-F238E27FC236}">
                    <a16:creationId xmlns:a16="http://schemas.microsoft.com/office/drawing/2014/main" id="{F82A151E-F2B6-CDD4-D1D6-BF0A40F34CD6}"/>
                  </a:ext>
                </a:extLst>
              </p:cNvPr>
              <p:cNvSpPr/>
              <p:nvPr/>
            </p:nvSpPr>
            <p:spPr>
              <a:xfrm>
                <a:off x="2916560" y="4594635"/>
                <a:ext cx="862607" cy="543598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 prstMaterial="flat">
                <a:bevelT w="139700" h="139700" prst="divot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500"/>
              </a:p>
            </p:txBody>
          </p:sp>
          <p:sp>
            <p:nvSpPr>
              <p:cNvPr id="6" name="사각형: 둥근 모서리 5">
                <a:extLst>
                  <a:ext uri="{FF2B5EF4-FFF2-40B4-BE49-F238E27FC236}">
                    <a16:creationId xmlns:a16="http://schemas.microsoft.com/office/drawing/2014/main" id="{222670D6-ED40-C32B-4B63-92C9AFADD985}"/>
                  </a:ext>
                </a:extLst>
              </p:cNvPr>
              <p:cNvSpPr/>
              <p:nvPr/>
            </p:nvSpPr>
            <p:spPr>
              <a:xfrm>
                <a:off x="1904213" y="4594635"/>
                <a:ext cx="862608" cy="543598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 prstMaterial="flat">
                <a:bevelT w="139700" h="139700" prst="divot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500"/>
              </a:p>
            </p:txBody>
          </p:sp>
          <p:sp>
            <p:nvSpPr>
              <p:cNvPr id="7" name="육각형 6">
                <a:extLst>
                  <a:ext uri="{FF2B5EF4-FFF2-40B4-BE49-F238E27FC236}">
                    <a16:creationId xmlns:a16="http://schemas.microsoft.com/office/drawing/2014/main" id="{74AAB669-6ADC-F7E9-C8B9-FE4A88A1547F}"/>
                  </a:ext>
                </a:extLst>
              </p:cNvPr>
              <p:cNvSpPr/>
              <p:nvPr/>
            </p:nvSpPr>
            <p:spPr>
              <a:xfrm rot="5400000">
                <a:off x="1828993" y="3153455"/>
                <a:ext cx="2025000" cy="2025000"/>
              </a:xfrm>
              <a:prstGeom prst="hexagon">
                <a:avLst/>
              </a:prstGeom>
              <a:solidFill>
                <a:schemeClr val="bg1"/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 prstMaterial="flat">
                <a:bevelT w="139700" h="139700" prst="divot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500" dirty="0"/>
              </a:p>
            </p:txBody>
          </p:sp>
          <p:sp>
            <p:nvSpPr>
              <p:cNvPr id="8" name="직사각형 7">
                <a:extLst>
                  <a:ext uri="{FF2B5EF4-FFF2-40B4-BE49-F238E27FC236}">
                    <a16:creationId xmlns:a16="http://schemas.microsoft.com/office/drawing/2014/main" id="{E1125694-1BE9-AB05-E278-625ECA1D35DF}"/>
                  </a:ext>
                </a:extLst>
              </p:cNvPr>
              <p:cNvSpPr/>
              <p:nvPr/>
            </p:nvSpPr>
            <p:spPr>
              <a:xfrm rot="20011563">
                <a:off x="1967793" y="3310806"/>
                <a:ext cx="704321" cy="98450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  <a:scene3d>
                <a:camera prst="orthographicFront"/>
                <a:lightRig rig="threePt" dir="t"/>
              </a:scene3d>
              <a:sp3d>
                <a:bevelT w="1270000" h="101600" prst="angle"/>
                <a:bevelB w="1270000" h="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13" dirty="0"/>
              </a:p>
            </p:txBody>
          </p:sp>
          <p:sp>
            <p:nvSpPr>
              <p:cNvPr id="9" name="직사각형 8">
                <a:extLst>
                  <a:ext uri="{FF2B5EF4-FFF2-40B4-BE49-F238E27FC236}">
                    <a16:creationId xmlns:a16="http://schemas.microsoft.com/office/drawing/2014/main" id="{68DB6EF1-BFA0-789A-D6B0-722D2714D861}"/>
                  </a:ext>
                </a:extLst>
              </p:cNvPr>
              <p:cNvSpPr/>
              <p:nvPr/>
            </p:nvSpPr>
            <p:spPr>
              <a:xfrm rot="16200000">
                <a:off x="1424096" y="4098379"/>
                <a:ext cx="712781" cy="97282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13"/>
              </a:p>
            </p:txBody>
          </p:sp>
          <p:sp>
            <p:nvSpPr>
              <p:cNvPr id="10" name="직사각형 9">
                <a:extLst>
                  <a:ext uri="{FF2B5EF4-FFF2-40B4-BE49-F238E27FC236}">
                    <a16:creationId xmlns:a16="http://schemas.microsoft.com/office/drawing/2014/main" id="{0A102AC2-3907-B28E-1315-7B51D8252A03}"/>
                  </a:ext>
                </a:extLst>
              </p:cNvPr>
              <p:cNvSpPr/>
              <p:nvPr/>
            </p:nvSpPr>
            <p:spPr>
              <a:xfrm rot="1583793">
                <a:off x="3008452" y="3309710"/>
                <a:ext cx="704321" cy="98450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13"/>
              </a:p>
            </p:txBody>
          </p:sp>
          <p:sp>
            <p:nvSpPr>
              <p:cNvPr id="11" name="직사각형 10">
                <a:extLst>
                  <a:ext uri="{FF2B5EF4-FFF2-40B4-BE49-F238E27FC236}">
                    <a16:creationId xmlns:a16="http://schemas.microsoft.com/office/drawing/2014/main" id="{670C2189-AC82-6E35-1D26-4589C6FB746D}"/>
                  </a:ext>
                </a:extLst>
              </p:cNvPr>
              <p:cNvSpPr/>
              <p:nvPr/>
            </p:nvSpPr>
            <p:spPr>
              <a:xfrm rot="10800000">
                <a:off x="1979126" y="5137988"/>
                <a:ext cx="712781" cy="97282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13"/>
              </a:p>
            </p:txBody>
          </p:sp>
          <p:sp>
            <p:nvSpPr>
              <p:cNvPr id="12" name="직사각형 11">
                <a:extLst>
                  <a:ext uri="{FF2B5EF4-FFF2-40B4-BE49-F238E27FC236}">
                    <a16:creationId xmlns:a16="http://schemas.microsoft.com/office/drawing/2014/main" id="{B9767F94-2149-DF97-2F4A-9F3E89C90A66}"/>
                  </a:ext>
                </a:extLst>
              </p:cNvPr>
              <p:cNvSpPr/>
              <p:nvPr/>
            </p:nvSpPr>
            <p:spPr>
              <a:xfrm rot="10800000">
                <a:off x="2991473" y="5137988"/>
                <a:ext cx="712781" cy="97282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13"/>
              </a:p>
            </p:txBody>
          </p:sp>
          <p:sp>
            <p:nvSpPr>
              <p:cNvPr id="13" name="사각형: 둥근 모서리 12">
                <a:extLst>
                  <a:ext uri="{FF2B5EF4-FFF2-40B4-BE49-F238E27FC236}">
                    <a16:creationId xmlns:a16="http://schemas.microsoft.com/office/drawing/2014/main" id="{CDBF8FD0-BAD6-36C2-25D8-5A75E69CFDB2}"/>
                  </a:ext>
                </a:extLst>
              </p:cNvPr>
              <p:cNvSpPr/>
              <p:nvPr/>
            </p:nvSpPr>
            <p:spPr>
              <a:xfrm>
                <a:off x="1904213" y="5235271"/>
                <a:ext cx="862608" cy="619755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 prstMaterial="flat">
                <a:bevelT w="139700" h="139700" prst="divot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500"/>
              </a:p>
            </p:txBody>
          </p:sp>
          <p:sp>
            <p:nvSpPr>
              <p:cNvPr id="16" name="사각형: 둥근 모서리 15">
                <a:extLst>
                  <a:ext uri="{FF2B5EF4-FFF2-40B4-BE49-F238E27FC236}">
                    <a16:creationId xmlns:a16="http://schemas.microsoft.com/office/drawing/2014/main" id="{453FB89A-5CD9-0D93-C506-B0FA7F0FB979}"/>
                  </a:ext>
                </a:extLst>
              </p:cNvPr>
              <p:cNvSpPr/>
              <p:nvPr/>
            </p:nvSpPr>
            <p:spPr>
              <a:xfrm>
                <a:off x="2916560" y="5235271"/>
                <a:ext cx="862608" cy="619755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 prstMaterial="flat">
                <a:bevelT w="139700" h="139700" prst="divot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500"/>
              </a:p>
            </p:txBody>
          </p:sp>
          <p:sp>
            <p:nvSpPr>
              <p:cNvPr id="19" name="직사각형 18">
                <a:extLst>
                  <a:ext uri="{FF2B5EF4-FFF2-40B4-BE49-F238E27FC236}">
                    <a16:creationId xmlns:a16="http://schemas.microsoft.com/office/drawing/2014/main" id="{612BB1C5-4231-2662-6E5E-D9E3070E0E18}"/>
                  </a:ext>
                </a:extLst>
              </p:cNvPr>
              <p:cNvSpPr/>
              <p:nvPr/>
            </p:nvSpPr>
            <p:spPr>
              <a:xfrm rot="16200000">
                <a:off x="3546904" y="4098380"/>
                <a:ext cx="712781" cy="97282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13" dirty="0"/>
              </a:p>
            </p:txBody>
          </p:sp>
          <p:sp>
            <p:nvSpPr>
              <p:cNvPr id="35" name="사각형: 둥근 모서리 34">
                <a:extLst>
                  <a:ext uri="{FF2B5EF4-FFF2-40B4-BE49-F238E27FC236}">
                    <a16:creationId xmlns:a16="http://schemas.microsoft.com/office/drawing/2014/main" id="{5822221A-D744-E44E-A5CB-AC1AC7328BC8}"/>
                  </a:ext>
                </a:extLst>
              </p:cNvPr>
              <p:cNvSpPr/>
              <p:nvPr/>
            </p:nvSpPr>
            <p:spPr>
              <a:xfrm>
                <a:off x="687845" y="3625020"/>
                <a:ext cx="1044000" cy="1044000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 prstMaterial="flat">
                <a:bevelT w="139700" h="139700" prst="divot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500"/>
              </a:p>
            </p:txBody>
          </p:sp>
          <p:sp>
            <p:nvSpPr>
              <p:cNvPr id="32" name="사각형: 둥근 모서리 31">
                <a:extLst>
                  <a:ext uri="{FF2B5EF4-FFF2-40B4-BE49-F238E27FC236}">
                    <a16:creationId xmlns:a16="http://schemas.microsoft.com/office/drawing/2014/main" id="{046C95BD-BB0D-8A3A-2810-6991BC84799D}"/>
                  </a:ext>
                </a:extLst>
              </p:cNvPr>
              <p:cNvSpPr/>
              <p:nvPr/>
            </p:nvSpPr>
            <p:spPr>
              <a:xfrm rot="20016713">
                <a:off x="1532665" y="2338583"/>
                <a:ext cx="1044000" cy="1044000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 prstMaterial="flat">
                <a:bevelT w="139700" h="139700" prst="divot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500"/>
              </a:p>
            </p:txBody>
          </p:sp>
          <p:sp>
            <p:nvSpPr>
              <p:cNvPr id="29" name="사각형: 둥근 모서리 28">
                <a:extLst>
                  <a:ext uri="{FF2B5EF4-FFF2-40B4-BE49-F238E27FC236}">
                    <a16:creationId xmlns:a16="http://schemas.microsoft.com/office/drawing/2014/main" id="{FC859FB2-B793-19A1-0067-A99DEA40787F}"/>
                  </a:ext>
                </a:extLst>
              </p:cNvPr>
              <p:cNvSpPr/>
              <p:nvPr/>
            </p:nvSpPr>
            <p:spPr>
              <a:xfrm rot="1600827">
                <a:off x="3098846" y="2333987"/>
                <a:ext cx="1044000" cy="1044000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 prstMaterial="flat">
                <a:bevelT w="139700" h="139700" prst="divot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500" dirty="0"/>
              </a:p>
            </p:txBody>
          </p:sp>
          <p:sp>
            <p:nvSpPr>
              <p:cNvPr id="26" name="사각형: 둥근 모서리 25">
                <a:extLst>
                  <a:ext uri="{FF2B5EF4-FFF2-40B4-BE49-F238E27FC236}">
                    <a16:creationId xmlns:a16="http://schemas.microsoft.com/office/drawing/2014/main" id="{F22202E4-3BC9-DBBE-215D-0A3B518B4FEE}"/>
                  </a:ext>
                </a:extLst>
              </p:cNvPr>
              <p:cNvSpPr/>
              <p:nvPr/>
            </p:nvSpPr>
            <p:spPr>
              <a:xfrm>
                <a:off x="3951936" y="3625020"/>
                <a:ext cx="1044000" cy="1044000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 prstMaterial="flat">
                <a:bevelT w="139700" h="139700" prst="divot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500"/>
              </a:p>
            </p:txBody>
          </p:sp>
          <p:sp>
            <p:nvSpPr>
              <p:cNvPr id="24" name="직사각형 23">
                <a:extLst>
                  <a:ext uri="{FF2B5EF4-FFF2-40B4-BE49-F238E27FC236}">
                    <a16:creationId xmlns:a16="http://schemas.microsoft.com/office/drawing/2014/main" id="{ADB1AB5D-D091-801B-A628-3FCDF27406FE}"/>
                  </a:ext>
                </a:extLst>
              </p:cNvPr>
              <p:cNvSpPr/>
              <p:nvPr/>
            </p:nvSpPr>
            <p:spPr>
              <a:xfrm rot="10800000">
                <a:off x="1979125" y="5851075"/>
                <a:ext cx="712781" cy="97282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13"/>
              </a:p>
            </p:txBody>
          </p:sp>
          <p:sp>
            <p:nvSpPr>
              <p:cNvPr id="25" name="직사각형 24">
                <a:extLst>
                  <a:ext uri="{FF2B5EF4-FFF2-40B4-BE49-F238E27FC236}">
                    <a16:creationId xmlns:a16="http://schemas.microsoft.com/office/drawing/2014/main" id="{A5F3E81B-E064-A30C-3429-867EF6624261}"/>
                  </a:ext>
                </a:extLst>
              </p:cNvPr>
              <p:cNvSpPr/>
              <p:nvPr/>
            </p:nvSpPr>
            <p:spPr>
              <a:xfrm rot="10800000">
                <a:off x="2993985" y="5851075"/>
                <a:ext cx="712781" cy="97282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13"/>
              </a:p>
            </p:txBody>
          </p:sp>
          <p:sp>
            <p:nvSpPr>
              <p:cNvPr id="82" name="직사각형 81">
                <a:extLst>
                  <a:ext uri="{FF2B5EF4-FFF2-40B4-BE49-F238E27FC236}">
                    <a16:creationId xmlns:a16="http://schemas.microsoft.com/office/drawing/2014/main" id="{184E9E63-FB97-9FA4-3A31-57EDEDD04FD0}"/>
                  </a:ext>
                </a:extLst>
              </p:cNvPr>
              <p:cNvSpPr/>
              <p:nvPr/>
            </p:nvSpPr>
            <p:spPr>
              <a:xfrm rot="16200000">
                <a:off x="1422005" y="4097962"/>
                <a:ext cx="712781" cy="97282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  <a:scene3d>
                <a:camera prst="orthographicFront"/>
                <a:lightRig rig="threePt" dir="t"/>
              </a:scene3d>
              <a:sp3d>
                <a:bevelT w="1270000" h="101600" prst="angle"/>
                <a:bevelB w="1270000" h="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13" dirty="0"/>
              </a:p>
            </p:txBody>
          </p:sp>
          <p:sp>
            <p:nvSpPr>
              <p:cNvPr id="83" name="직사각형 82">
                <a:extLst>
                  <a:ext uri="{FF2B5EF4-FFF2-40B4-BE49-F238E27FC236}">
                    <a16:creationId xmlns:a16="http://schemas.microsoft.com/office/drawing/2014/main" id="{999A2466-858D-F305-DDC2-B2E5C1EE0967}"/>
                  </a:ext>
                </a:extLst>
              </p:cNvPr>
              <p:cNvSpPr/>
              <p:nvPr/>
            </p:nvSpPr>
            <p:spPr>
              <a:xfrm rot="1583793">
                <a:off x="3006361" y="3309294"/>
                <a:ext cx="704321" cy="98450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  <a:scene3d>
                <a:camera prst="orthographicFront"/>
                <a:lightRig rig="threePt" dir="t"/>
              </a:scene3d>
              <a:sp3d>
                <a:bevelT w="1270000" h="101600" prst="angle"/>
                <a:bevelB w="1270000" h="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13"/>
              </a:p>
            </p:txBody>
          </p:sp>
          <p:sp>
            <p:nvSpPr>
              <p:cNvPr id="84" name="직사각형 83">
                <a:extLst>
                  <a:ext uri="{FF2B5EF4-FFF2-40B4-BE49-F238E27FC236}">
                    <a16:creationId xmlns:a16="http://schemas.microsoft.com/office/drawing/2014/main" id="{E277BBDA-DE5E-6F53-2535-80DE4A8B7469}"/>
                  </a:ext>
                </a:extLst>
              </p:cNvPr>
              <p:cNvSpPr/>
              <p:nvPr/>
            </p:nvSpPr>
            <p:spPr>
              <a:xfrm rot="10800000">
                <a:off x="1977035" y="5137572"/>
                <a:ext cx="712781" cy="97282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  <a:scene3d>
                <a:camera prst="orthographicFront"/>
                <a:lightRig rig="threePt" dir="t"/>
              </a:scene3d>
              <a:sp3d>
                <a:bevelT w="1270000" h="101600" prst="angle"/>
                <a:bevelB w="1270000" h="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13"/>
              </a:p>
            </p:txBody>
          </p:sp>
          <p:sp>
            <p:nvSpPr>
              <p:cNvPr id="85" name="직사각형 84">
                <a:extLst>
                  <a:ext uri="{FF2B5EF4-FFF2-40B4-BE49-F238E27FC236}">
                    <a16:creationId xmlns:a16="http://schemas.microsoft.com/office/drawing/2014/main" id="{D26DC1A1-07F4-693D-449D-DE12A6E0320E}"/>
                  </a:ext>
                </a:extLst>
              </p:cNvPr>
              <p:cNvSpPr/>
              <p:nvPr/>
            </p:nvSpPr>
            <p:spPr>
              <a:xfrm rot="10800000">
                <a:off x="2989382" y="5137572"/>
                <a:ext cx="712781" cy="97282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  <a:scene3d>
                <a:camera prst="orthographicFront"/>
                <a:lightRig rig="threePt" dir="t"/>
              </a:scene3d>
              <a:sp3d>
                <a:bevelT w="1270000" h="101600" prst="angle"/>
                <a:bevelB w="1270000" h="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13"/>
              </a:p>
            </p:txBody>
          </p:sp>
          <p:sp>
            <p:nvSpPr>
              <p:cNvPr id="86" name="직사각형 85">
                <a:extLst>
                  <a:ext uri="{FF2B5EF4-FFF2-40B4-BE49-F238E27FC236}">
                    <a16:creationId xmlns:a16="http://schemas.microsoft.com/office/drawing/2014/main" id="{45C7A4DD-009C-4FA8-F780-B473031C7474}"/>
                  </a:ext>
                </a:extLst>
              </p:cNvPr>
              <p:cNvSpPr/>
              <p:nvPr/>
            </p:nvSpPr>
            <p:spPr>
              <a:xfrm rot="16200000">
                <a:off x="3544813" y="4097964"/>
                <a:ext cx="712781" cy="97282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  <a:scene3d>
                <a:camera prst="orthographicFront"/>
                <a:lightRig rig="threePt" dir="t"/>
              </a:scene3d>
              <a:sp3d>
                <a:bevelT w="1270000" h="101600" prst="angle"/>
                <a:bevelB w="1270000" h="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13" dirty="0"/>
              </a:p>
            </p:txBody>
          </p:sp>
          <p:sp>
            <p:nvSpPr>
              <p:cNvPr id="87" name="직사각형 86">
                <a:extLst>
                  <a:ext uri="{FF2B5EF4-FFF2-40B4-BE49-F238E27FC236}">
                    <a16:creationId xmlns:a16="http://schemas.microsoft.com/office/drawing/2014/main" id="{5D37F62F-5295-868E-8BE6-2E03262F7FEB}"/>
                  </a:ext>
                </a:extLst>
              </p:cNvPr>
              <p:cNvSpPr/>
              <p:nvPr/>
            </p:nvSpPr>
            <p:spPr>
              <a:xfrm rot="10800000">
                <a:off x="1977034" y="5850659"/>
                <a:ext cx="712781" cy="97282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  <a:scene3d>
                <a:camera prst="orthographicFront"/>
                <a:lightRig rig="threePt" dir="t"/>
              </a:scene3d>
              <a:sp3d>
                <a:bevelT w="1270000" h="101600" prst="angle"/>
                <a:bevelB w="1270000" h="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13"/>
              </a:p>
            </p:txBody>
          </p:sp>
          <p:sp>
            <p:nvSpPr>
              <p:cNvPr id="88" name="직사각형 87">
                <a:extLst>
                  <a:ext uri="{FF2B5EF4-FFF2-40B4-BE49-F238E27FC236}">
                    <a16:creationId xmlns:a16="http://schemas.microsoft.com/office/drawing/2014/main" id="{FEE9F76B-333B-5341-BEA7-E359F4DFEF27}"/>
                  </a:ext>
                </a:extLst>
              </p:cNvPr>
              <p:cNvSpPr/>
              <p:nvPr/>
            </p:nvSpPr>
            <p:spPr>
              <a:xfrm rot="10800000">
                <a:off x="2991894" y="5850659"/>
                <a:ext cx="712781" cy="97282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  <a:scene3d>
                <a:camera prst="orthographicFront"/>
                <a:lightRig rig="threePt" dir="t"/>
              </a:scene3d>
              <a:sp3d>
                <a:bevelT w="1270000" h="101600" prst="angle"/>
                <a:bevelB w="1270000" h="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13"/>
              </a:p>
            </p:txBody>
          </p:sp>
        </p:grpSp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C1496211-625F-A6BE-D5F6-6A0BA7313083}"/>
                </a:ext>
              </a:extLst>
            </p:cNvPr>
            <p:cNvSpPr/>
            <p:nvPr/>
          </p:nvSpPr>
          <p:spPr>
            <a:xfrm>
              <a:off x="4562299" y="3416880"/>
              <a:ext cx="46494" cy="46800"/>
            </a:xfrm>
            <a:prstGeom prst="ellipse">
              <a:avLst/>
            </a:prstGeom>
            <a:solidFill>
              <a:srgbClr val="C0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" name="타원 1">
            <a:extLst>
              <a:ext uri="{FF2B5EF4-FFF2-40B4-BE49-F238E27FC236}">
                <a16:creationId xmlns:a16="http://schemas.microsoft.com/office/drawing/2014/main" id="{51C2B642-4BEA-27E4-C497-30AA9543B386}"/>
              </a:ext>
            </a:extLst>
          </p:cNvPr>
          <p:cNvSpPr/>
          <p:nvPr/>
        </p:nvSpPr>
        <p:spPr>
          <a:xfrm>
            <a:off x="9506139" y="3961832"/>
            <a:ext cx="183600" cy="183600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75000"/>
              </a:schemeClr>
            </a:solidFill>
          </a:ln>
          <a:scene3d>
            <a:camera prst="orthographicFront"/>
            <a:lightRig rig="threePt" dir="t">
              <a:rot lat="0" lon="0" rev="2700000"/>
            </a:lightRig>
          </a:scene3d>
          <a:sp3d prstMaterial="softEdge">
            <a:bevelT w="114300" prst="hardEdge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97" name="그룹 96">
            <a:extLst>
              <a:ext uri="{FF2B5EF4-FFF2-40B4-BE49-F238E27FC236}">
                <a16:creationId xmlns:a16="http://schemas.microsoft.com/office/drawing/2014/main" id="{EE1E3DA7-0339-AE44-2544-D3D5F885ACD6}"/>
              </a:ext>
            </a:extLst>
          </p:cNvPr>
          <p:cNvGrpSpPr/>
          <p:nvPr/>
        </p:nvGrpSpPr>
        <p:grpSpPr>
          <a:xfrm>
            <a:off x="8166816" y="4500651"/>
            <a:ext cx="768574" cy="67492"/>
            <a:chOff x="8166816" y="4500651"/>
            <a:chExt cx="768574" cy="67492"/>
          </a:xfrm>
        </p:grpSpPr>
        <p:sp>
          <p:nvSpPr>
            <p:cNvPr id="79" name="자유형: 도형 78">
              <a:extLst>
                <a:ext uri="{FF2B5EF4-FFF2-40B4-BE49-F238E27FC236}">
                  <a16:creationId xmlns:a16="http://schemas.microsoft.com/office/drawing/2014/main" id="{F6F2081D-45A7-C49E-9EBC-7DB0332C7588}"/>
                </a:ext>
              </a:extLst>
            </p:cNvPr>
            <p:cNvSpPr/>
            <p:nvPr/>
          </p:nvSpPr>
          <p:spPr>
            <a:xfrm rot="10800000">
              <a:off x="8745936" y="4500651"/>
              <a:ext cx="189454" cy="67492"/>
            </a:xfrm>
            <a:custGeom>
              <a:avLst/>
              <a:gdLst>
                <a:gd name="csX0" fmla="*/ 343891 w 419729"/>
                <a:gd name="csY0" fmla="*/ 67492 h 67492"/>
                <a:gd name="csX1" fmla="*/ 295791 w 419729"/>
                <a:gd name="csY1" fmla="*/ 67492 h 67492"/>
                <a:gd name="csX2" fmla="*/ 279198 w 419729"/>
                <a:gd name="csY2" fmla="*/ 67492 h 67492"/>
                <a:gd name="csX3" fmla="*/ 271040 w 419729"/>
                <a:gd name="csY3" fmla="*/ 67492 h 67492"/>
                <a:gd name="csX4" fmla="*/ 251237 w 419729"/>
                <a:gd name="csY4" fmla="*/ 67492 h 67492"/>
                <a:gd name="csX5" fmla="*/ 0 w 419729"/>
                <a:gd name="csY5" fmla="*/ 67492 h 67492"/>
                <a:gd name="csX6" fmla="*/ 0 w 419729"/>
                <a:gd name="csY6" fmla="*/ 59274 h 67492"/>
                <a:gd name="csX7" fmla="*/ 188727 w 419729"/>
                <a:gd name="csY7" fmla="*/ 59274 h 67492"/>
                <a:gd name="csX8" fmla="*/ 237623 w 419729"/>
                <a:gd name="csY8" fmla="*/ 33593 h 67492"/>
                <a:gd name="csX9" fmla="*/ 188727 w 419729"/>
                <a:gd name="csY9" fmla="*/ 7912 h 67492"/>
                <a:gd name="csX10" fmla="*/ 0 w 419729"/>
                <a:gd name="csY10" fmla="*/ 7912 h 67492"/>
                <a:gd name="csX11" fmla="*/ 0 w 419729"/>
                <a:gd name="csY11" fmla="*/ 0 h 67492"/>
                <a:gd name="csX12" fmla="*/ 251237 w 419729"/>
                <a:gd name="csY12" fmla="*/ 0 h 67492"/>
                <a:gd name="csX13" fmla="*/ 271040 w 419729"/>
                <a:gd name="csY13" fmla="*/ 0 h 67492"/>
                <a:gd name="csX14" fmla="*/ 279198 w 419729"/>
                <a:gd name="csY14" fmla="*/ 0 h 67492"/>
                <a:gd name="csX15" fmla="*/ 295791 w 419729"/>
                <a:gd name="csY15" fmla="*/ 0 h 67492"/>
                <a:gd name="csX16" fmla="*/ 343891 w 419729"/>
                <a:gd name="csY16" fmla="*/ 0 h 67492"/>
                <a:gd name="csX17" fmla="*/ 351329 w 419729"/>
                <a:gd name="csY17" fmla="*/ 7761 h 67492"/>
                <a:gd name="csX18" fmla="*/ 351329 w 419729"/>
                <a:gd name="csY18" fmla="*/ 2381 h 67492"/>
                <a:gd name="csX19" fmla="*/ 419729 w 419729"/>
                <a:gd name="csY19" fmla="*/ 32981 h 67492"/>
                <a:gd name="csX20" fmla="*/ 351329 w 419729"/>
                <a:gd name="csY20" fmla="*/ 63581 h 67492"/>
                <a:gd name="csX21" fmla="*/ 351329 w 419729"/>
                <a:gd name="csY21" fmla="*/ 59732 h 6749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</a:cxnLst>
              <a:rect l="l" t="t" r="r" b="b"/>
              <a:pathLst>
                <a:path w="419729" h="67492">
                  <a:moveTo>
                    <a:pt x="343891" y="67492"/>
                  </a:moveTo>
                  <a:lnTo>
                    <a:pt x="295791" y="67492"/>
                  </a:lnTo>
                  <a:lnTo>
                    <a:pt x="279198" y="67492"/>
                  </a:lnTo>
                  <a:lnTo>
                    <a:pt x="271040" y="67492"/>
                  </a:lnTo>
                  <a:lnTo>
                    <a:pt x="251237" y="67492"/>
                  </a:lnTo>
                  <a:lnTo>
                    <a:pt x="0" y="67492"/>
                  </a:lnTo>
                  <a:lnTo>
                    <a:pt x="0" y="59274"/>
                  </a:lnTo>
                  <a:lnTo>
                    <a:pt x="188727" y="59274"/>
                  </a:lnTo>
                  <a:cubicBezTo>
                    <a:pt x="215742" y="59274"/>
                    <a:pt x="237623" y="47774"/>
                    <a:pt x="237623" y="33593"/>
                  </a:cubicBezTo>
                  <a:cubicBezTo>
                    <a:pt x="237623" y="19412"/>
                    <a:pt x="215742" y="7912"/>
                    <a:pt x="188727" y="7912"/>
                  </a:cubicBezTo>
                  <a:lnTo>
                    <a:pt x="0" y="7912"/>
                  </a:lnTo>
                  <a:lnTo>
                    <a:pt x="0" y="0"/>
                  </a:lnTo>
                  <a:lnTo>
                    <a:pt x="251237" y="0"/>
                  </a:lnTo>
                  <a:lnTo>
                    <a:pt x="271040" y="0"/>
                  </a:lnTo>
                  <a:lnTo>
                    <a:pt x="279198" y="0"/>
                  </a:lnTo>
                  <a:lnTo>
                    <a:pt x="295791" y="0"/>
                  </a:lnTo>
                  <a:lnTo>
                    <a:pt x="343891" y="0"/>
                  </a:lnTo>
                  <a:lnTo>
                    <a:pt x="351329" y="7761"/>
                  </a:lnTo>
                  <a:lnTo>
                    <a:pt x="351329" y="2381"/>
                  </a:lnTo>
                  <a:lnTo>
                    <a:pt x="419729" y="32981"/>
                  </a:lnTo>
                  <a:lnTo>
                    <a:pt x="351329" y="63581"/>
                  </a:lnTo>
                  <a:lnTo>
                    <a:pt x="351329" y="59732"/>
                  </a:lnTo>
                  <a:close/>
                </a:path>
              </a:pathLst>
            </a:custGeom>
            <a:solidFill>
              <a:srgbClr val="FFFFEB"/>
            </a:solidFill>
            <a:ln>
              <a:solidFill>
                <a:srgbClr val="FCFFDD"/>
              </a:solidFill>
            </a:ln>
            <a:scene3d>
              <a:camera prst="orthographicFront"/>
              <a:lightRig rig="threePt" dir="t"/>
            </a:scene3d>
            <a:sp3d>
              <a:bevelT w="12700" h="127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 dirty="0"/>
            </a:p>
          </p:txBody>
        </p:sp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44951657-89B9-5298-58CA-09F30319D293}"/>
                </a:ext>
              </a:extLst>
            </p:cNvPr>
            <p:cNvSpPr/>
            <p:nvPr/>
          </p:nvSpPr>
          <p:spPr>
            <a:xfrm rot="10800000">
              <a:off x="8166816" y="4520875"/>
              <a:ext cx="579120" cy="29482"/>
            </a:xfrm>
            <a:prstGeom prst="rect">
              <a:avLst/>
            </a:prstGeom>
            <a:solidFill>
              <a:srgbClr val="F3F3F3"/>
            </a:solidFill>
            <a:ln>
              <a:solidFill>
                <a:schemeClr val="bg2">
                  <a:lumMod val="90000"/>
                </a:schemeClr>
              </a:solidFill>
            </a:ln>
            <a:scene3d>
              <a:camera prst="orthographicFront"/>
              <a:lightRig rig="threePt" dir="t"/>
            </a:scene3d>
            <a:sp3d>
              <a:bevelT w="139700" prst="cross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4" name="타원 73">
              <a:extLst>
                <a:ext uri="{FF2B5EF4-FFF2-40B4-BE49-F238E27FC236}">
                  <a16:creationId xmlns:a16="http://schemas.microsoft.com/office/drawing/2014/main" id="{99640388-3062-B5C1-777D-932A7D87C3F4}"/>
                </a:ext>
              </a:extLst>
            </p:cNvPr>
            <p:cNvSpPr/>
            <p:nvPr/>
          </p:nvSpPr>
          <p:spPr>
            <a:xfrm rot="10800000">
              <a:off x="8685016" y="4532016"/>
              <a:ext cx="25200" cy="3600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75000"/>
                </a:schemeClr>
              </a:solidFill>
            </a:ln>
            <a:scene3d>
              <a:camera prst="orthographicFront"/>
              <a:lightRig rig="threePt" dir="t"/>
            </a:scene3d>
            <a:sp3d>
              <a:bevelT w="139700" prst="cross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DF0B1B50-3627-E3F1-4F52-5B8771682AF2}"/>
              </a:ext>
            </a:extLst>
          </p:cNvPr>
          <p:cNvSpPr/>
          <p:nvPr/>
        </p:nvSpPr>
        <p:spPr>
          <a:xfrm rot="10800000">
            <a:off x="8166816" y="4836725"/>
            <a:ext cx="919639" cy="28800"/>
          </a:xfrm>
          <a:prstGeom prst="rect">
            <a:avLst/>
          </a:prstGeom>
          <a:solidFill>
            <a:srgbClr val="F3F3F3"/>
          </a:solidFill>
          <a:ln>
            <a:solidFill>
              <a:schemeClr val="bg2">
                <a:lumMod val="90000"/>
              </a:schemeClr>
            </a:solidFill>
          </a:ln>
          <a:scene3d>
            <a:camera prst="orthographicFront"/>
            <a:lightRig rig="threePt" dir="t"/>
          </a:scene3d>
          <a:sp3d>
            <a:bevelT w="139700" prst="cross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1" name="육각형 90">
            <a:extLst>
              <a:ext uri="{FF2B5EF4-FFF2-40B4-BE49-F238E27FC236}">
                <a16:creationId xmlns:a16="http://schemas.microsoft.com/office/drawing/2014/main" id="{EA49EC0B-2B4B-1184-2907-41C2429EF1B9}"/>
              </a:ext>
            </a:extLst>
          </p:cNvPr>
          <p:cNvSpPr/>
          <p:nvPr/>
        </p:nvSpPr>
        <p:spPr>
          <a:xfrm rot="16200000">
            <a:off x="8238744" y="3584448"/>
            <a:ext cx="579120" cy="579600"/>
          </a:xfrm>
          <a:prstGeom prst="hexagon">
            <a:avLst/>
          </a:prstGeom>
          <a:solidFill>
            <a:schemeClr val="bg2">
              <a:lumMod val="90000"/>
            </a:schemeClr>
          </a:solidFill>
          <a:ln>
            <a:solidFill>
              <a:schemeClr val="bg2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4" name="육각형 93">
            <a:extLst>
              <a:ext uri="{FF2B5EF4-FFF2-40B4-BE49-F238E27FC236}">
                <a16:creationId xmlns:a16="http://schemas.microsoft.com/office/drawing/2014/main" id="{8C4717DD-28E1-3223-1AEF-5FCD4ADEE59E}"/>
              </a:ext>
            </a:extLst>
          </p:cNvPr>
          <p:cNvSpPr/>
          <p:nvPr/>
        </p:nvSpPr>
        <p:spPr>
          <a:xfrm>
            <a:off x="8166816" y="323911"/>
            <a:ext cx="3575402" cy="3082243"/>
          </a:xfrm>
          <a:prstGeom prst="hexagon">
            <a:avLst/>
          </a:prstGeom>
          <a:solidFill>
            <a:schemeClr val="bg1"/>
          </a:solidFill>
          <a:ln>
            <a:noFill/>
          </a:ln>
          <a:effectLst/>
          <a:scene3d>
            <a:camera prst="orthographicFront"/>
            <a:lightRig rig="threePt" dir="t"/>
          </a:scene3d>
          <a:sp3d prstMaterial="flat">
            <a:bevelT w="139700" h="139700" prst="divo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00" dirty="0"/>
          </a:p>
        </p:txBody>
      </p:sp>
    </p:spTree>
    <p:extLst>
      <p:ext uri="{BB962C8B-B14F-4D97-AF65-F5344CB8AC3E}">
        <p14:creationId xmlns:p14="http://schemas.microsoft.com/office/powerpoint/2010/main" val="7985063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그룹 28">
            <a:extLst>
              <a:ext uri="{FF2B5EF4-FFF2-40B4-BE49-F238E27FC236}">
                <a16:creationId xmlns:a16="http://schemas.microsoft.com/office/drawing/2014/main" id="{CFA40EA3-36F3-7783-8735-C1AC976DFF01}"/>
              </a:ext>
            </a:extLst>
          </p:cNvPr>
          <p:cNvGrpSpPr/>
          <p:nvPr/>
        </p:nvGrpSpPr>
        <p:grpSpPr>
          <a:xfrm>
            <a:off x="929678" y="527818"/>
            <a:ext cx="6817236" cy="5482729"/>
            <a:chOff x="1065363" y="650215"/>
            <a:chExt cx="6817236" cy="5482729"/>
          </a:xfrm>
        </p:grpSpPr>
        <p:pic>
          <p:nvPicPr>
            <p:cNvPr id="4" name="그림 3" descr="원, 스케치, 도표, 그림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CFE83A01-C357-A1D9-6BAA-0AAFE258619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65363" y="650215"/>
              <a:ext cx="6817236" cy="5482729"/>
            </a:xfrm>
            <a:prstGeom prst="rect">
              <a:avLst/>
            </a:prstGeom>
          </p:spPr>
        </p:pic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83318C3F-4BB2-513D-2453-3417672F0AA4}"/>
                </a:ext>
              </a:extLst>
            </p:cNvPr>
            <p:cNvCxnSpPr/>
            <p:nvPr/>
          </p:nvCxnSpPr>
          <p:spPr>
            <a:xfrm flipH="1">
              <a:off x="2549236" y="1126836"/>
              <a:ext cx="1939637" cy="3140364"/>
            </a:xfrm>
            <a:prstGeom prst="line">
              <a:avLst/>
            </a:prstGeom>
            <a:ln>
              <a:solidFill>
                <a:srgbClr val="C00000"/>
              </a:solidFill>
              <a:prstDash val="dash"/>
            </a:ln>
          </p:spPr>
          <p:style>
            <a:lnRef idx="2">
              <a:schemeClr val="accent5"/>
            </a:lnRef>
            <a:fillRef idx="0">
              <a:schemeClr val="accent5"/>
            </a:fillRef>
            <a:effectRef idx="1">
              <a:schemeClr val="accent5"/>
            </a:effectRef>
            <a:fontRef idx="minor">
              <a:schemeClr val="tx1"/>
            </a:fontRef>
          </p:style>
        </p:cxnSp>
        <p:sp>
          <p:nvSpPr>
            <p:cNvPr id="7" name="타원 6">
              <a:extLst>
                <a:ext uri="{FF2B5EF4-FFF2-40B4-BE49-F238E27FC236}">
                  <a16:creationId xmlns:a16="http://schemas.microsoft.com/office/drawing/2014/main" id="{EB7EF093-B86D-5732-979C-BFD5B9FA0458}"/>
                </a:ext>
              </a:extLst>
            </p:cNvPr>
            <p:cNvSpPr/>
            <p:nvPr/>
          </p:nvSpPr>
          <p:spPr>
            <a:xfrm>
              <a:off x="3574473" y="2392218"/>
              <a:ext cx="175491" cy="221673"/>
            </a:xfrm>
            <a:prstGeom prst="ellipse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B7418993-0B1A-40C4-D415-553E6C9F8FC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549236" y="4267200"/>
              <a:ext cx="4119419" cy="0"/>
            </a:xfrm>
            <a:prstGeom prst="line">
              <a:avLst/>
            </a:prstGeom>
            <a:ln>
              <a:solidFill>
                <a:srgbClr val="C00000"/>
              </a:solidFill>
              <a:prstDash val="dash"/>
            </a:ln>
          </p:spPr>
          <p:style>
            <a:lnRef idx="2">
              <a:schemeClr val="accent5"/>
            </a:lnRef>
            <a:fillRef idx="0">
              <a:schemeClr val="accent5"/>
            </a:fillRef>
            <a:effectRef idx="1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2" name="직선 화살표 연결선 11">
              <a:extLst>
                <a:ext uri="{FF2B5EF4-FFF2-40B4-BE49-F238E27FC236}">
                  <a16:creationId xmlns:a16="http://schemas.microsoft.com/office/drawing/2014/main" id="{373D7E16-F167-50A3-1E1B-10E0B1CC928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81372" y="2687782"/>
              <a:ext cx="966992" cy="150552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화살표 연결선 14">
              <a:extLst>
                <a:ext uri="{FF2B5EF4-FFF2-40B4-BE49-F238E27FC236}">
                  <a16:creationId xmlns:a16="http://schemas.microsoft.com/office/drawing/2014/main" id="{4ECA2405-DC17-67BF-A74D-EFCB9FA8217A}"/>
                </a:ext>
              </a:extLst>
            </p:cNvPr>
            <p:cNvCxnSpPr>
              <a:cxnSpLocks/>
            </p:cNvCxnSpPr>
            <p:nvPr/>
          </p:nvCxnSpPr>
          <p:spPr>
            <a:xfrm>
              <a:off x="2681372" y="4193310"/>
              <a:ext cx="179260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B1130656-EBB6-053C-933E-6E509348C61B}"/>
                </a:ext>
              </a:extLst>
            </p:cNvPr>
            <p:cNvSpPr/>
            <p:nvPr/>
          </p:nvSpPr>
          <p:spPr>
            <a:xfrm>
              <a:off x="2730757" y="2059894"/>
              <a:ext cx="868222" cy="36933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>
                  <a:solidFill>
                    <a:schemeClr val="tx1"/>
                  </a:solidFill>
                </a:rPr>
                <a:t>현재 끝점</a:t>
              </a:r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4012F1DB-E95E-AD99-70C3-2898006E1DB0}"/>
                </a:ext>
              </a:extLst>
            </p:cNvPr>
            <p:cNvSpPr/>
            <p:nvPr/>
          </p:nvSpPr>
          <p:spPr>
            <a:xfrm>
              <a:off x="4561726" y="4368921"/>
              <a:ext cx="868222" cy="36933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>
                  <a:solidFill>
                    <a:schemeClr val="tx1"/>
                  </a:solidFill>
                </a:rPr>
                <a:t>목적지</a:t>
              </a:r>
            </a:p>
          </p:txBody>
        </p:sp>
        <p:sp>
          <p:nvSpPr>
            <p:cNvPr id="28" name="타원 27">
              <a:extLst>
                <a:ext uri="{FF2B5EF4-FFF2-40B4-BE49-F238E27FC236}">
                  <a16:creationId xmlns:a16="http://schemas.microsoft.com/office/drawing/2014/main" id="{300758B0-8B04-3533-7E49-A9273B88B0AD}"/>
                </a:ext>
              </a:extLst>
            </p:cNvPr>
            <p:cNvSpPr/>
            <p:nvPr/>
          </p:nvSpPr>
          <p:spPr>
            <a:xfrm>
              <a:off x="4473981" y="4147248"/>
              <a:ext cx="175491" cy="221673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8858507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FC7937-E8C7-F2F6-6F9E-CF968FF9AE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594EE151-8DF0-8D84-6C1A-A9D987806175}"/>
              </a:ext>
            </a:extLst>
          </p:cNvPr>
          <p:cNvSpPr txBox="1"/>
          <p:nvPr/>
        </p:nvSpPr>
        <p:spPr>
          <a:xfrm>
            <a:off x="4036291" y="517236"/>
            <a:ext cx="7328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Idle</a:t>
            </a:r>
          </a:p>
          <a:p>
            <a:r>
              <a:rPr lang="en-US" altLang="ko-KR" dirty="0"/>
              <a:t>(fold)</a:t>
            </a:r>
            <a:endParaRPr lang="ko-KR" altLang="en-US" dirty="0"/>
          </a:p>
        </p:txBody>
      </p:sp>
      <p:pic>
        <p:nvPicPr>
          <p:cNvPr id="16" name="그림 15" descr="렌치, 공구, 가정용 하드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3AEE66B-6687-F084-A67B-BE4E854D76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2129" y="156257"/>
            <a:ext cx="3134162" cy="2629267"/>
          </a:xfrm>
          <a:prstGeom prst="rect">
            <a:avLst/>
          </a:prstGeom>
        </p:spPr>
      </p:pic>
      <p:pic>
        <p:nvPicPr>
          <p:cNvPr id="18" name="그림 17" descr="렌치, 공구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5C57588-AA47-E528-9D7A-817288872D3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9861" b="15667"/>
          <a:stretch>
            <a:fillRect/>
          </a:stretch>
        </p:blipFill>
        <p:spPr>
          <a:xfrm>
            <a:off x="5417361" y="156257"/>
            <a:ext cx="3506184" cy="273953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9FDDB42B-394F-BB20-D38C-1D9E0D799EBA}"/>
              </a:ext>
            </a:extLst>
          </p:cNvPr>
          <p:cNvSpPr txBox="1"/>
          <p:nvPr/>
        </p:nvSpPr>
        <p:spPr>
          <a:xfrm>
            <a:off x="8919896" y="526411"/>
            <a:ext cx="8867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Unfold</a:t>
            </a:r>
          </a:p>
          <a:p>
            <a:endParaRPr lang="en-US" altLang="ko-KR" dirty="0"/>
          </a:p>
        </p:txBody>
      </p:sp>
      <p:pic>
        <p:nvPicPr>
          <p:cNvPr id="21" name="그림 20" descr="렌치, 가정용 하드웨어, 공구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C421575-EEAC-5BBE-244B-88879D4F65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4997" y="2962750"/>
            <a:ext cx="3048425" cy="2876951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7E34555B-CF9E-F56A-16B1-EA682960C102}"/>
              </a:ext>
            </a:extLst>
          </p:cNvPr>
          <p:cNvSpPr txBox="1"/>
          <p:nvPr/>
        </p:nvSpPr>
        <p:spPr>
          <a:xfrm>
            <a:off x="4023406" y="3059668"/>
            <a:ext cx="6122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turn</a:t>
            </a:r>
            <a:endParaRPr lang="ko-KR" altLang="en-US" dirty="0"/>
          </a:p>
        </p:txBody>
      </p:sp>
      <p:pic>
        <p:nvPicPr>
          <p:cNvPr id="27" name="그림 26" descr="안전핀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5D8B5CA-506A-E226-479E-28AA7023D7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22289" y="3143749"/>
            <a:ext cx="2905530" cy="2514951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8DAF3033-DA69-FA92-67E3-265676FFE811}"/>
              </a:ext>
            </a:extLst>
          </p:cNvPr>
          <p:cNvSpPr txBox="1"/>
          <p:nvPr/>
        </p:nvSpPr>
        <p:spPr>
          <a:xfrm>
            <a:off x="8524170" y="3143749"/>
            <a:ext cx="5709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row</a:t>
            </a:r>
            <a:endParaRPr lang="ko-KR" altLang="en-US" dirty="0"/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09CF23CF-A748-D0E4-4B2E-B8B549330012}"/>
              </a:ext>
            </a:extLst>
          </p:cNvPr>
          <p:cNvGrpSpPr/>
          <p:nvPr/>
        </p:nvGrpSpPr>
        <p:grpSpPr>
          <a:xfrm>
            <a:off x="2229207" y="1372036"/>
            <a:ext cx="1476720" cy="660600"/>
            <a:chOff x="2229207" y="1372036"/>
            <a:chExt cx="1476720" cy="660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31" name="잉크 30">
                  <a:extLst>
                    <a:ext uri="{FF2B5EF4-FFF2-40B4-BE49-F238E27FC236}">
                      <a16:creationId xmlns:a16="http://schemas.microsoft.com/office/drawing/2014/main" id="{0756CF5B-480D-D469-2939-7F07F94F8E98}"/>
                    </a:ext>
                  </a:extLst>
                </p14:cNvPr>
                <p14:cNvContentPartPr/>
                <p14:nvPr/>
              </p14:nvContentPartPr>
              <p14:xfrm>
                <a:off x="3083127" y="1372036"/>
                <a:ext cx="622800" cy="577800"/>
              </p14:xfrm>
            </p:contentPart>
          </mc:Choice>
          <mc:Fallback>
            <p:pic>
              <p:nvPicPr>
                <p:cNvPr id="31" name="잉크 30">
                  <a:extLst>
                    <a:ext uri="{FF2B5EF4-FFF2-40B4-BE49-F238E27FC236}">
                      <a16:creationId xmlns:a16="http://schemas.microsoft.com/office/drawing/2014/main" id="{0756CF5B-480D-D469-2939-7F07F94F8E98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077007" y="1365916"/>
                  <a:ext cx="635040" cy="59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32" name="잉크 31">
                  <a:extLst>
                    <a:ext uri="{FF2B5EF4-FFF2-40B4-BE49-F238E27FC236}">
                      <a16:creationId xmlns:a16="http://schemas.microsoft.com/office/drawing/2014/main" id="{1156F4BC-AE9A-277F-011B-DB3BDBBA59D6}"/>
                    </a:ext>
                  </a:extLst>
                </p14:cNvPr>
                <p14:cNvContentPartPr/>
                <p14:nvPr/>
              </p14:nvContentPartPr>
              <p14:xfrm>
                <a:off x="2456367" y="1553116"/>
                <a:ext cx="708120" cy="479520"/>
              </p14:xfrm>
            </p:contentPart>
          </mc:Choice>
          <mc:Fallback>
            <p:pic>
              <p:nvPicPr>
                <p:cNvPr id="32" name="잉크 31">
                  <a:extLst>
                    <a:ext uri="{FF2B5EF4-FFF2-40B4-BE49-F238E27FC236}">
                      <a16:creationId xmlns:a16="http://schemas.microsoft.com/office/drawing/2014/main" id="{1156F4BC-AE9A-277F-011B-DB3BDBBA59D6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450247" y="1546996"/>
                  <a:ext cx="720360" cy="49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33" name="잉크 32">
                  <a:extLst>
                    <a:ext uri="{FF2B5EF4-FFF2-40B4-BE49-F238E27FC236}">
                      <a16:creationId xmlns:a16="http://schemas.microsoft.com/office/drawing/2014/main" id="{E811C26A-B251-4E24-FF39-12DC8F9F0906}"/>
                    </a:ext>
                  </a:extLst>
                </p14:cNvPr>
                <p14:cNvContentPartPr/>
                <p14:nvPr/>
              </p14:nvContentPartPr>
              <p14:xfrm>
                <a:off x="2229207" y="1532596"/>
                <a:ext cx="263880" cy="325440"/>
              </p14:xfrm>
            </p:contentPart>
          </mc:Choice>
          <mc:Fallback>
            <p:pic>
              <p:nvPicPr>
                <p:cNvPr id="33" name="잉크 32">
                  <a:extLst>
                    <a:ext uri="{FF2B5EF4-FFF2-40B4-BE49-F238E27FC236}">
                      <a16:creationId xmlns:a16="http://schemas.microsoft.com/office/drawing/2014/main" id="{E811C26A-B251-4E24-FF39-12DC8F9F0906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223087" y="1526476"/>
                  <a:ext cx="276120" cy="337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35" name="잉크 34">
                <a:extLst>
                  <a:ext uri="{FF2B5EF4-FFF2-40B4-BE49-F238E27FC236}">
                    <a16:creationId xmlns:a16="http://schemas.microsoft.com/office/drawing/2014/main" id="{8C6BC762-CD5C-0E28-A6C5-FFE2657BDB68}"/>
                  </a:ext>
                </a:extLst>
              </p14:cNvPr>
              <p14:cNvContentPartPr/>
              <p14:nvPr/>
            </p14:nvContentPartPr>
            <p14:xfrm>
              <a:off x="8458287" y="1502356"/>
              <a:ext cx="641880" cy="540000"/>
            </p14:xfrm>
          </p:contentPart>
        </mc:Choice>
        <mc:Fallback>
          <p:pic>
            <p:nvPicPr>
              <p:cNvPr id="35" name="잉크 34">
                <a:extLst>
                  <a:ext uri="{FF2B5EF4-FFF2-40B4-BE49-F238E27FC236}">
                    <a16:creationId xmlns:a16="http://schemas.microsoft.com/office/drawing/2014/main" id="{8C6BC762-CD5C-0E28-A6C5-FFE2657BDB68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8452167" y="1496236"/>
                <a:ext cx="654120" cy="552240"/>
              </a:xfrm>
              <a:prstGeom prst="rect">
                <a:avLst/>
              </a:prstGeom>
            </p:spPr>
          </p:pic>
        </mc:Fallback>
      </mc:AlternateContent>
      <p:grpSp>
        <p:nvGrpSpPr>
          <p:cNvPr id="42" name="그룹 41">
            <a:extLst>
              <a:ext uri="{FF2B5EF4-FFF2-40B4-BE49-F238E27FC236}">
                <a16:creationId xmlns:a16="http://schemas.microsoft.com/office/drawing/2014/main" id="{9660EEC2-A2C8-68E9-752E-D0B198920478}"/>
              </a:ext>
            </a:extLst>
          </p:cNvPr>
          <p:cNvGrpSpPr/>
          <p:nvPr/>
        </p:nvGrpSpPr>
        <p:grpSpPr>
          <a:xfrm rot="1002820">
            <a:off x="7874607" y="1672352"/>
            <a:ext cx="1019880" cy="326520"/>
            <a:chOff x="7899927" y="1816996"/>
            <a:chExt cx="1019880" cy="326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40" name="잉크 39">
                  <a:extLst>
                    <a:ext uri="{FF2B5EF4-FFF2-40B4-BE49-F238E27FC236}">
                      <a16:creationId xmlns:a16="http://schemas.microsoft.com/office/drawing/2014/main" id="{A9161C5F-7126-5F75-0655-14D958325062}"/>
                    </a:ext>
                  </a:extLst>
                </p14:cNvPr>
                <p14:cNvContentPartPr/>
                <p14:nvPr/>
              </p14:nvContentPartPr>
              <p14:xfrm>
                <a:off x="8064087" y="1901956"/>
                <a:ext cx="855720" cy="241560"/>
              </p14:xfrm>
            </p:contentPart>
          </mc:Choice>
          <mc:Fallback>
            <p:pic>
              <p:nvPicPr>
                <p:cNvPr id="40" name="잉크 39">
                  <a:extLst>
                    <a:ext uri="{FF2B5EF4-FFF2-40B4-BE49-F238E27FC236}">
                      <a16:creationId xmlns:a16="http://schemas.microsoft.com/office/drawing/2014/main" id="{A9161C5F-7126-5F75-0655-14D958325062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8057967" y="1895836"/>
                  <a:ext cx="867960" cy="25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41" name="잉크 40">
                  <a:extLst>
                    <a:ext uri="{FF2B5EF4-FFF2-40B4-BE49-F238E27FC236}">
                      <a16:creationId xmlns:a16="http://schemas.microsoft.com/office/drawing/2014/main" id="{151C2AC5-1566-ED2C-168F-24B063816CC3}"/>
                    </a:ext>
                  </a:extLst>
                </p14:cNvPr>
                <p14:cNvContentPartPr/>
                <p14:nvPr/>
              </p14:nvContentPartPr>
              <p14:xfrm>
                <a:off x="7899927" y="1816996"/>
                <a:ext cx="210240" cy="224640"/>
              </p14:xfrm>
            </p:contentPart>
          </mc:Choice>
          <mc:Fallback>
            <p:pic>
              <p:nvPicPr>
                <p:cNvPr id="41" name="잉크 40">
                  <a:extLst>
                    <a:ext uri="{FF2B5EF4-FFF2-40B4-BE49-F238E27FC236}">
                      <a16:creationId xmlns:a16="http://schemas.microsoft.com/office/drawing/2014/main" id="{151C2AC5-1566-ED2C-168F-24B063816CC3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7893807" y="1810876"/>
                  <a:ext cx="222480" cy="236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48" name="잉크 47">
                <a:extLst>
                  <a:ext uri="{FF2B5EF4-FFF2-40B4-BE49-F238E27FC236}">
                    <a16:creationId xmlns:a16="http://schemas.microsoft.com/office/drawing/2014/main" id="{32CA6E41-5A45-46E8-6200-E891CC26669E}"/>
                  </a:ext>
                </a:extLst>
              </p14:cNvPr>
              <p14:cNvContentPartPr/>
              <p14:nvPr/>
            </p14:nvContentPartPr>
            <p14:xfrm>
              <a:off x="2862087" y="4516276"/>
              <a:ext cx="699120" cy="380880"/>
            </p14:xfrm>
          </p:contentPart>
        </mc:Choice>
        <mc:Fallback>
          <p:pic>
            <p:nvPicPr>
              <p:cNvPr id="48" name="잉크 47">
                <a:extLst>
                  <a:ext uri="{FF2B5EF4-FFF2-40B4-BE49-F238E27FC236}">
                    <a16:creationId xmlns:a16="http://schemas.microsoft.com/office/drawing/2014/main" id="{32CA6E41-5A45-46E8-6200-E891CC26669E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855967" y="4510156"/>
                <a:ext cx="711360" cy="393120"/>
              </a:xfrm>
              <a:prstGeom prst="rect">
                <a:avLst/>
              </a:prstGeom>
            </p:spPr>
          </p:pic>
        </mc:Fallback>
      </mc:AlternateContent>
      <p:grpSp>
        <p:nvGrpSpPr>
          <p:cNvPr id="54" name="그룹 53">
            <a:extLst>
              <a:ext uri="{FF2B5EF4-FFF2-40B4-BE49-F238E27FC236}">
                <a16:creationId xmlns:a16="http://schemas.microsoft.com/office/drawing/2014/main" id="{E43CB5CD-B16E-7F77-A5BE-15574AD98CB3}"/>
              </a:ext>
            </a:extLst>
          </p:cNvPr>
          <p:cNvGrpSpPr/>
          <p:nvPr/>
        </p:nvGrpSpPr>
        <p:grpSpPr>
          <a:xfrm>
            <a:off x="2189247" y="4053676"/>
            <a:ext cx="775440" cy="795600"/>
            <a:chOff x="2189247" y="4053676"/>
            <a:chExt cx="775440" cy="795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52" name="잉크 51">
                  <a:extLst>
                    <a:ext uri="{FF2B5EF4-FFF2-40B4-BE49-F238E27FC236}">
                      <a16:creationId xmlns:a16="http://schemas.microsoft.com/office/drawing/2014/main" id="{59E7AD8B-A5E8-B202-70FD-0F7AACD89DBD}"/>
                    </a:ext>
                  </a:extLst>
                </p14:cNvPr>
                <p14:cNvContentPartPr/>
                <p14:nvPr/>
              </p14:nvContentPartPr>
              <p14:xfrm>
                <a:off x="2418207" y="4218556"/>
                <a:ext cx="546480" cy="630720"/>
              </p14:xfrm>
            </p:contentPart>
          </mc:Choice>
          <mc:Fallback>
            <p:pic>
              <p:nvPicPr>
                <p:cNvPr id="52" name="잉크 51">
                  <a:extLst>
                    <a:ext uri="{FF2B5EF4-FFF2-40B4-BE49-F238E27FC236}">
                      <a16:creationId xmlns:a16="http://schemas.microsoft.com/office/drawing/2014/main" id="{59E7AD8B-A5E8-B202-70FD-0F7AACD89DBD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412087" y="4212436"/>
                  <a:ext cx="558720" cy="64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53" name="잉크 52">
                  <a:extLst>
                    <a:ext uri="{FF2B5EF4-FFF2-40B4-BE49-F238E27FC236}">
                      <a16:creationId xmlns:a16="http://schemas.microsoft.com/office/drawing/2014/main" id="{07DAFDC9-0259-B5BD-2909-25D99386037B}"/>
                    </a:ext>
                  </a:extLst>
                </p14:cNvPr>
                <p14:cNvContentPartPr/>
                <p14:nvPr/>
              </p14:nvContentPartPr>
              <p14:xfrm>
                <a:off x="2189247" y="4053676"/>
                <a:ext cx="369360" cy="374760"/>
              </p14:xfrm>
            </p:contentPart>
          </mc:Choice>
          <mc:Fallback>
            <p:pic>
              <p:nvPicPr>
                <p:cNvPr id="53" name="잉크 52">
                  <a:extLst>
                    <a:ext uri="{FF2B5EF4-FFF2-40B4-BE49-F238E27FC236}">
                      <a16:creationId xmlns:a16="http://schemas.microsoft.com/office/drawing/2014/main" id="{07DAFDC9-0259-B5BD-2909-25D99386037B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183127" y="4047556"/>
                  <a:ext cx="381600" cy="387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BE5801A7-C115-781B-82C2-0A8759E2EB99}"/>
              </a:ext>
            </a:extLst>
          </p:cNvPr>
          <p:cNvGrpSpPr/>
          <p:nvPr/>
        </p:nvGrpSpPr>
        <p:grpSpPr>
          <a:xfrm>
            <a:off x="5790687" y="4229356"/>
            <a:ext cx="1940040" cy="271080"/>
            <a:chOff x="5790687" y="4229356"/>
            <a:chExt cx="1940040" cy="271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55" name="잉크 54">
                  <a:extLst>
                    <a:ext uri="{FF2B5EF4-FFF2-40B4-BE49-F238E27FC236}">
                      <a16:creationId xmlns:a16="http://schemas.microsoft.com/office/drawing/2014/main" id="{EC664B98-404D-8325-5877-6A90286DA2F0}"/>
                    </a:ext>
                  </a:extLst>
                </p14:cNvPr>
                <p14:cNvContentPartPr/>
                <p14:nvPr/>
              </p14:nvContentPartPr>
              <p14:xfrm>
                <a:off x="6928287" y="4293436"/>
                <a:ext cx="802440" cy="177120"/>
              </p14:xfrm>
            </p:contentPart>
          </mc:Choice>
          <mc:Fallback>
            <p:pic>
              <p:nvPicPr>
                <p:cNvPr id="55" name="잉크 54">
                  <a:extLst>
                    <a:ext uri="{FF2B5EF4-FFF2-40B4-BE49-F238E27FC236}">
                      <a16:creationId xmlns:a16="http://schemas.microsoft.com/office/drawing/2014/main" id="{EC664B98-404D-8325-5877-6A90286DA2F0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6922167" y="4287316"/>
                  <a:ext cx="81468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56" name="잉크 55">
                  <a:extLst>
                    <a:ext uri="{FF2B5EF4-FFF2-40B4-BE49-F238E27FC236}">
                      <a16:creationId xmlns:a16="http://schemas.microsoft.com/office/drawing/2014/main" id="{2DD1D7D0-4E52-EB4F-A17E-BB7F28947A03}"/>
                    </a:ext>
                  </a:extLst>
                </p14:cNvPr>
                <p14:cNvContentPartPr/>
                <p14:nvPr/>
              </p14:nvContentPartPr>
              <p14:xfrm>
                <a:off x="6148887" y="4302796"/>
                <a:ext cx="851400" cy="177120"/>
              </p14:xfrm>
            </p:contentPart>
          </mc:Choice>
          <mc:Fallback>
            <p:pic>
              <p:nvPicPr>
                <p:cNvPr id="56" name="잉크 55">
                  <a:extLst>
                    <a:ext uri="{FF2B5EF4-FFF2-40B4-BE49-F238E27FC236}">
                      <a16:creationId xmlns:a16="http://schemas.microsoft.com/office/drawing/2014/main" id="{2DD1D7D0-4E52-EB4F-A17E-BB7F28947A03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6142767" y="4296676"/>
                  <a:ext cx="86364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57" name="잉크 56">
                  <a:extLst>
                    <a:ext uri="{FF2B5EF4-FFF2-40B4-BE49-F238E27FC236}">
                      <a16:creationId xmlns:a16="http://schemas.microsoft.com/office/drawing/2014/main" id="{81158693-9092-B06E-33A8-25F10FACA6DD}"/>
                    </a:ext>
                  </a:extLst>
                </p14:cNvPr>
                <p14:cNvContentPartPr/>
                <p14:nvPr/>
              </p14:nvContentPartPr>
              <p14:xfrm>
                <a:off x="5790687" y="4229356"/>
                <a:ext cx="360360" cy="271080"/>
              </p14:xfrm>
            </p:contentPart>
          </mc:Choice>
          <mc:Fallback>
            <p:pic>
              <p:nvPicPr>
                <p:cNvPr id="57" name="잉크 56">
                  <a:extLst>
                    <a:ext uri="{FF2B5EF4-FFF2-40B4-BE49-F238E27FC236}">
                      <a16:creationId xmlns:a16="http://schemas.microsoft.com/office/drawing/2014/main" id="{81158693-9092-B06E-33A8-25F10FACA6DD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784567" y="4223236"/>
                  <a:ext cx="372600" cy="283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58" name="잉크 57">
                <a:extLst>
                  <a:ext uri="{FF2B5EF4-FFF2-40B4-BE49-F238E27FC236}">
                    <a16:creationId xmlns:a16="http://schemas.microsoft.com/office/drawing/2014/main" id="{53503E94-FB7D-F41A-CDEF-348D230E8461}"/>
                  </a:ext>
                </a:extLst>
              </p14:cNvPr>
              <p14:cNvContentPartPr/>
              <p14:nvPr/>
            </p14:nvContentPartPr>
            <p14:xfrm>
              <a:off x="9762567" y="4424116"/>
              <a:ext cx="360" cy="360"/>
            </p14:xfrm>
          </p:contentPart>
        </mc:Choice>
        <mc:Fallback>
          <p:pic>
            <p:nvPicPr>
              <p:cNvPr id="58" name="잉크 57">
                <a:extLst>
                  <a:ext uri="{FF2B5EF4-FFF2-40B4-BE49-F238E27FC236}">
                    <a16:creationId xmlns:a16="http://schemas.microsoft.com/office/drawing/2014/main" id="{53503E94-FB7D-F41A-CDEF-348D230E8461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9756447" y="4417996"/>
                <a:ext cx="12600" cy="12600"/>
              </a:xfrm>
              <a:prstGeom prst="rect">
                <a:avLst/>
              </a:prstGeom>
            </p:spPr>
          </p:pic>
        </mc:Fallback>
      </mc:AlternateContent>
      <p:cxnSp>
        <p:nvCxnSpPr>
          <p:cNvPr id="61" name="직선 화살표 연결선 60">
            <a:extLst>
              <a:ext uri="{FF2B5EF4-FFF2-40B4-BE49-F238E27FC236}">
                <a16:creationId xmlns:a16="http://schemas.microsoft.com/office/drawing/2014/main" id="{917FA202-150D-C76A-03E5-DE1DF8E803F9}"/>
              </a:ext>
            </a:extLst>
          </p:cNvPr>
          <p:cNvCxnSpPr/>
          <p:nvPr/>
        </p:nvCxnSpPr>
        <p:spPr>
          <a:xfrm flipH="1">
            <a:off x="6742545" y="1372036"/>
            <a:ext cx="84051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직선 화살표 연결선 61">
            <a:extLst>
              <a:ext uri="{FF2B5EF4-FFF2-40B4-BE49-F238E27FC236}">
                <a16:creationId xmlns:a16="http://schemas.microsoft.com/office/drawing/2014/main" id="{78436FA7-E387-653E-8C49-21AC559E7635}"/>
              </a:ext>
            </a:extLst>
          </p:cNvPr>
          <p:cNvCxnSpPr>
            <a:cxnSpLocks/>
          </p:cNvCxnSpPr>
          <p:nvPr/>
        </p:nvCxnSpPr>
        <p:spPr>
          <a:xfrm flipV="1">
            <a:off x="7017089" y="1714935"/>
            <a:ext cx="914985" cy="2192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66970C25-3A83-9224-14A9-56ADC7482041}"/>
              </a:ext>
            </a:extLst>
          </p:cNvPr>
          <p:cNvSpPr txBox="1"/>
          <p:nvPr/>
        </p:nvSpPr>
        <p:spPr>
          <a:xfrm>
            <a:off x="7001977" y="1017324"/>
            <a:ext cx="3369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A</a:t>
            </a:r>
            <a:endParaRPr lang="ko-KR" altLang="en-US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59C98B18-58AE-156E-7B2A-CFD28BE9B959}"/>
              </a:ext>
            </a:extLst>
          </p:cNvPr>
          <p:cNvSpPr txBox="1"/>
          <p:nvPr/>
        </p:nvSpPr>
        <p:spPr>
          <a:xfrm>
            <a:off x="7162800" y="1457956"/>
            <a:ext cx="319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B</a:t>
            </a:r>
            <a:endParaRPr lang="ko-KR" altLang="en-US" dirty="0"/>
          </a:p>
        </p:txBody>
      </p:sp>
      <p:cxnSp>
        <p:nvCxnSpPr>
          <p:cNvPr id="67" name="직선 화살표 연결선 66">
            <a:extLst>
              <a:ext uri="{FF2B5EF4-FFF2-40B4-BE49-F238E27FC236}">
                <a16:creationId xmlns:a16="http://schemas.microsoft.com/office/drawing/2014/main" id="{C8830A1B-105A-6B5B-876B-492548C148D5}"/>
              </a:ext>
            </a:extLst>
          </p:cNvPr>
          <p:cNvCxnSpPr/>
          <p:nvPr/>
        </p:nvCxnSpPr>
        <p:spPr>
          <a:xfrm flipH="1">
            <a:off x="6104114" y="4239551"/>
            <a:ext cx="84051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직선 화살표 연결선 67">
            <a:extLst>
              <a:ext uri="{FF2B5EF4-FFF2-40B4-BE49-F238E27FC236}">
                <a16:creationId xmlns:a16="http://schemas.microsoft.com/office/drawing/2014/main" id="{4C2E7462-AF99-348F-F40E-716D3D55BBAD}"/>
              </a:ext>
            </a:extLst>
          </p:cNvPr>
          <p:cNvCxnSpPr>
            <a:cxnSpLocks/>
          </p:cNvCxnSpPr>
          <p:nvPr/>
        </p:nvCxnSpPr>
        <p:spPr>
          <a:xfrm>
            <a:off x="6494963" y="3446910"/>
            <a:ext cx="834544" cy="2601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01C457E7-95CD-AB44-E113-80A455A3A5E3}"/>
              </a:ext>
            </a:extLst>
          </p:cNvPr>
          <p:cNvSpPr txBox="1"/>
          <p:nvPr/>
        </p:nvSpPr>
        <p:spPr>
          <a:xfrm>
            <a:off x="6363546" y="3884839"/>
            <a:ext cx="3369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A</a:t>
            </a:r>
            <a:endParaRPr lang="ko-KR" altLang="en-US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EA0C3E4-0DAE-E6E9-88BF-F79D0BC92BD2}"/>
              </a:ext>
            </a:extLst>
          </p:cNvPr>
          <p:cNvSpPr txBox="1"/>
          <p:nvPr/>
        </p:nvSpPr>
        <p:spPr>
          <a:xfrm>
            <a:off x="6784965" y="3257147"/>
            <a:ext cx="319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B</a:t>
            </a:r>
            <a:endParaRPr lang="ko-KR" altLang="en-US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10876CD5-3896-B352-2E71-1F9F7AE2AD64}"/>
              </a:ext>
            </a:extLst>
          </p:cNvPr>
          <p:cNvSpPr txBox="1"/>
          <p:nvPr/>
        </p:nvSpPr>
        <p:spPr>
          <a:xfrm>
            <a:off x="3940412" y="5832907"/>
            <a:ext cx="24272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이때 직선 </a:t>
            </a:r>
            <a:r>
              <a:rPr lang="en-US" altLang="ko-KR" dirty="0"/>
              <a:t>A = </a:t>
            </a:r>
            <a:r>
              <a:rPr lang="ko-KR" altLang="en-US" dirty="0"/>
              <a:t>직선 </a:t>
            </a:r>
            <a:r>
              <a:rPr lang="en-US" altLang="ko-KR" dirty="0"/>
              <a:t>B</a:t>
            </a:r>
            <a:endParaRPr lang="ko-KR" altLang="en-US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576901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내용 개체 틀 4" descr="원, 프레임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C4D3B3B-743A-FD07-8674-5B32DBBB8C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 rot="2183175">
            <a:off x="6696051" y="2654363"/>
            <a:ext cx="2429214" cy="2191056"/>
          </a:xfrm>
          <a:prstGeom prst="rect">
            <a:avLst/>
          </a:prstGeom>
        </p:spPr>
      </p:pic>
      <p:grpSp>
        <p:nvGrpSpPr>
          <p:cNvPr id="18" name="그룹 17">
            <a:extLst>
              <a:ext uri="{FF2B5EF4-FFF2-40B4-BE49-F238E27FC236}">
                <a16:creationId xmlns:a16="http://schemas.microsoft.com/office/drawing/2014/main" id="{6618337F-9130-F721-82AF-46835E6BBFD9}"/>
              </a:ext>
            </a:extLst>
          </p:cNvPr>
          <p:cNvGrpSpPr/>
          <p:nvPr/>
        </p:nvGrpSpPr>
        <p:grpSpPr>
          <a:xfrm rot="2183175">
            <a:off x="6835776" y="2482564"/>
            <a:ext cx="1507847" cy="2705326"/>
            <a:chOff x="7112000" y="2721038"/>
            <a:chExt cx="1507847" cy="2705326"/>
          </a:xfrm>
        </p:grpSpPr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1898551-1933-D2AD-4C68-41DF221AC7FB}"/>
                </a:ext>
              </a:extLst>
            </p:cNvPr>
            <p:cNvCxnSpPr>
              <a:cxnSpLocks/>
            </p:cNvCxnSpPr>
            <p:nvPr/>
          </p:nvCxnSpPr>
          <p:spPr>
            <a:xfrm>
              <a:off x="7578436" y="2721038"/>
              <a:ext cx="932872" cy="259910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0943EAD2-53AB-E553-6507-19169CD25490}"/>
                </a:ext>
              </a:extLst>
            </p:cNvPr>
            <p:cNvCxnSpPr>
              <a:cxnSpLocks/>
            </p:cNvCxnSpPr>
            <p:nvPr/>
          </p:nvCxnSpPr>
          <p:spPr>
            <a:xfrm>
              <a:off x="7112000" y="2827257"/>
              <a:ext cx="932872" cy="259910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55006981-8AAD-45E8-4791-5E7FF96CC7A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75418" y="3659910"/>
              <a:ext cx="944429" cy="720765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D20A653C-8E6A-0CE4-2811-47386AB9B1A5}"/>
              </a:ext>
            </a:extLst>
          </p:cNvPr>
          <p:cNvCxnSpPr>
            <a:cxnSpLocks/>
          </p:cNvCxnSpPr>
          <p:nvPr/>
        </p:nvCxnSpPr>
        <p:spPr>
          <a:xfrm>
            <a:off x="7413879" y="3328377"/>
            <a:ext cx="1059304" cy="63097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7422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1095</TotalTime>
  <Words>71</Words>
  <Application>Microsoft Office PowerPoint</Application>
  <PresentationFormat>와이드스크린</PresentationFormat>
  <Paragraphs>23</Paragraphs>
  <Slides>14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김 준태</dc:creator>
  <cp:lastModifiedBy>김 준태</cp:lastModifiedBy>
  <cp:revision>99</cp:revision>
  <dcterms:created xsi:type="dcterms:W3CDTF">2026-01-09T09:00:17Z</dcterms:created>
  <dcterms:modified xsi:type="dcterms:W3CDTF">2026-01-13T09:08:10Z</dcterms:modified>
</cp:coreProperties>
</file>