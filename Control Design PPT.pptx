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notesSlides/notesSlide1.xml" ContentType="application/vnd.openxmlformats-officedocument.presentationml.notesSlide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notesSlides/notesSlide2.xml" ContentType="application/vnd.openxmlformats-officedocument.presentationml.notesSlide+xml"/>
  <Override PartName="/ppt/ink/ink34.xml" ContentType="application/inkml+xml"/>
  <Override PartName="/ppt/ink/ink35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4" r:id="rId11"/>
    <p:sldId id="266" r:id="rId12"/>
    <p:sldId id="267" r:id="rId13"/>
    <p:sldId id="268" r:id="rId14"/>
    <p:sldId id="270" r:id="rId15"/>
    <p:sldId id="269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EB"/>
    <a:srgbClr val="F8F8F8"/>
    <a:srgbClr val="FCFFDD"/>
    <a:srgbClr val="F3F3F3"/>
    <a:srgbClr val="FFFFFF"/>
    <a:srgbClr val="FFFF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1837" autoAdjust="0"/>
  </p:normalViewPr>
  <p:slideViewPr>
    <p:cSldViewPr snapToGrid="0">
      <p:cViewPr>
        <p:scale>
          <a:sx n="100" d="100"/>
          <a:sy n="100" d="100"/>
        </p:scale>
        <p:origin x="264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2:16.2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1262 11 24575,'-2'5'0,"0"0"0,-1 0 0,1-1 0,-1 1 0,0 0 0,-1-1 0,1 0 0,-1 0 0,0 0 0,0 0 0,0-1 0,-6 5 0,-8 8 0,-109 138 0,85-98 0,-64 64 0,-18 14 0,60-64 0,-4-3 0,-132 100 0,51-46 0,73-59 0,-65 61 0,119-101 0,16-17 0,-1 0 0,1 1 0,1 0 0,-1 0 0,1 0 0,0 1 0,0 0 0,1 0 0,0 0 0,0 0 0,1 1 0,0 0 0,0 0 0,0-1 0,1 1 0,1 1 0,-2 11 0,2-12 0,1 1 0,-1 0 0,2 0 0,-1 0 0,1 0 0,1 0 0,0 0 0,0-1 0,0 1 0,1-1 0,1 1 0,-1-1 0,1 0 0,1 0 0,0-1 0,0 1 0,0-1 0,1 0 0,0 0 0,0-1 0,0 0 0,1 0 0,0 0 0,0-1 0,16 8 0,5 1 0,1-2 0,1-1 0,0-1 0,1-2 0,0-1 0,0-1 0,0-2 0,58 1 0,-60-6 0,-13 2 0,0-1 0,0 0 0,0-1 0,0-1 0,0-1 0,-1 0 0,1-1 0,-1 0 0,25-12 0,8-11 0,-2-2 0,-1-2 0,-1-2 0,75-76 0,-77 61 0,68-106 0,-108 152 0,52-76 0,-24 37 0,-2 0 0,31-63 0,-23 33 0,12-28 0,-29 59 0,37-62 0,9-16 0,25-60 0,15-32 0,-85 170-1365,-9 24-5461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2:18.9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1720 739 24575,'-13'-10'0,"0"0"0,-1 1 0,-1 0 0,1 2 0,-23-10 0,-14-7 0,-640-342 0,456 266 0,35 18 0,165 67 0,-60-17 0,-13-5 0,99 33 0,1 1 0,-1 0 0,0 0 0,0 1 0,0 0 0,-1 0 0,1 1 0,0 0 0,-13 1 0,18 1 0,1-1 0,0 1 0,0 0 0,-1 0 0,1 0 0,0 0 0,0 1 0,0-1 0,0 1 0,0 0 0,1 0 0,-1 0 0,0 0 0,1 0 0,0 1 0,-1-1 0,1 1 0,0-1 0,0 1 0,0 0 0,1 0 0,-1 0 0,1 0 0,0 0 0,-1 0 0,1 0 0,1 0 0,-1 1 0,0 3 0,-11 63 0,4 0 0,2 1 0,5 82 0,1-128 0,0 0 0,2 1 0,5 25 0,-4-41 0,0-1 0,0 1 0,1 0 0,0-1 0,1 1 0,0-1 0,0-1 0,1 1 0,0-1 0,9 10 0,16 11 0,0-1 0,2-1 0,66 41 0,26 9 0,85 58 0,-174-114 0,0-1 0,1-1 0,45 14 0,-74-29 0,197 68 0,-60-15 0,-120-48 0,1-1 0,0-1 0,0-1 0,1-1 0,0-2 0,0 0 0,31-2 0,17 3 0,-4 8 0,12 0 0,-62-11 0,0-1 0,0-1 0,0-1 0,22-5 0,-33 5 0,0-2 0,0 1 0,0-1 0,0-1 0,-1 1 0,0-2 0,0 1 0,0-1 0,15-15 0,-6 5-118,3-2-298,-1-1 1,21-28-1,-29 31-6410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2:21.2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683 207 24575,'0'-5'0,"-1"0"0,0 1 0,0-1 0,0 1 0,-1-1 0,1 1 0,-1 0 0,0 0 0,-1 0 0,1 0 0,-1 0 0,1 0 0,-1 0 0,0 1 0,-1-1 0,1 1 0,0 0 0,-1 0 0,0 1 0,0-1 0,0 1 0,-5-3 0,-14-7 0,0 1 0,-47-14 0,43 16 0,-15-6 0,0 3 0,-1 1 0,-1 2 0,-69-5 0,109 13 0,0 1 0,-1 0 0,1 0 0,-1 1 0,1-1 0,0 1 0,0 0 0,-1 0 0,1 0 0,0 0 0,0 1 0,0 0 0,0 0 0,0 0 0,0 0 0,-6 6 0,7-4 0,0-1 0,0 1 0,0 0 0,1 0 0,0 1 0,-1-1 0,2 0 0,-1 1 0,0-1 0,1 1 0,0 0 0,0-1 0,0 1 0,1 0 0,-1 6 0,0 9 0,0 0 0,1 0 0,1 0 0,1 0 0,5 23 0,-6-38 0,1 0 0,-1 0 0,1 0 0,0 0 0,1-1 0,-1 1 0,1-1 0,0 0 0,0 0 0,0 0 0,0 0 0,1 0 0,-1-1 0,1 1 0,0-1 0,0 0 0,1 0 0,-1-1 0,1 1 0,-1-1 0,1 0 0,0 0 0,-1 0 0,1-1 0,8 2 0,-3-2 0,1 2 0,0 0 0,-1 0 0,1 1 0,-1 0 0,0 1 0,0 0 0,9 6 0,-15-7 0,1 0 0,-1 0 0,1 0 0,-1 1 0,-1-1 0,1 1 0,-1 0 0,1 0 0,-1 0 0,-1 0 0,1 1 0,-1-1 0,0 1 0,0 0 0,0 0 0,0 9 0,1 0 0,-1 0 0,-1 0 0,-1 0 0,0 0 0,-1 0 0,0 0 0,-6 24 0,6-35 0,0 1 0,-1-1 0,0 1 0,1-1 0,-2 0 0,1 0 0,0 0 0,-1 0 0,0 0 0,0 0 0,0-1 0,0 1 0,0-1 0,-1 0 0,1 0 0,-1 0 0,0 0 0,0-1 0,0 0 0,-1 1 0,1-1 0,0-1 0,-1 1 0,1-1 0,-1 0 0,1 0 0,-9 1 0,-93-2 0,6-1 0,98 1 0,1 0 0,-1 0 0,0 0 0,1 0 0,-1 0 0,0 0 0,1 1 0,-1-1 0,0 1 0,1-1 0,-1 1 0,1-1 0,-1 1 0,1 0 0,-1 0 0,1 0 0,-1 0 0,1 0 0,0 0 0,0 0 0,-1 0 0,1 1 0,0-1 0,0 0 0,0 1 0,-1 1 0,2 0 0,0-1 0,0 0 0,0 1 0,0-1 0,0 0 0,1 0 0,-1 1 0,1-1 0,0 0 0,-1 0 0,1 1 0,0-1 0,0 0 0,0 0 0,1 0 0,1 2 0,6 9 0,1-1 0,1-1 0,0 1 0,18 13 0,-19-18 0,0-1 0,-1 0 0,2-1 0,-1 0 0,1-1 0,-1 0 0,20 4 0,82 9 0,-83-13 0,25 1 0,0-2 0,95-8 0,-142 5-65,1-1 0,0 0 0,0-1 0,-1 0 0,1 0 0,-1-1 0,1 1 0,-1-2 0,0 1 0,0-1 0,-1 0 0,1 0 0,-1-1 0,0 0 0,0 0 0,0-1 0,-1 1 0,0-1 0,0 0 0,4-7 0,-1-4-6761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2:30.7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442 85 24575,'1'5'0,"0"0"0,0-1 0,0 1 0,1 0 0,-1-1 0,1 1 0,0-1 0,1 1 0,-1-1 0,1 0 0,0 0 0,6 6 0,43 44 0,-50-53 0,28 27 0,2-1 0,0-2 0,2-1 0,1-2 0,50 24 0,19 7 0,123 86 0,-198-120 0,70 41 0,-51-33 0,-1 3 0,46 38 0,28 21 0,-93-71 0,0 1 0,-2 1 0,0 1 0,-2 1 0,0 2 0,32 40 0,-52-57 0,0 1 0,0-1 0,-1 1 0,0 0 0,-1 0 0,1 0 0,-1 0 0,-1 0 0,0 1 0,0 8 0,-4 93 0,0-47 0,3-58 0,0 1 0,0-1 0,0 0 0,-1 0 0,1 1 0,-1-1 0,0 0 0,-1 0 0,1 0 0,-1 0 0,0 0 0,-1-1 0,1 1 0,-1 0 0,0-1 0,0 0 0,0 1 0,0-1 0,-1-1 0,0 1 0,1 0 0,-1-1 0,-1 0 0,1 0 0,0 0 0,-1 0 0,0-1 0,-8 3 0,-31 9 0,-2-2 0,0-2 0,0-2 0,-1-2 0,1-2 0,-1-2 0,-67-7 0,102 4 0,-1-2 0,1 0 0,0 0 0,0-1 0,0 0 0,0-1 0,1-1 0,-14-8 0,-88-65 0,45 28 0,-32-30 0,29 22 0,19 14 0,2-2 0,-57-69 0,-3-3 0,-77-82 0,46 12 0,124 169 0,2 0 0,0-1 0,1-1 0,1 0 0,0-1 0,2 0 0,1-1 0,-7-27 0,12 32-136,2 0-1,0 0 1,1-1-1,1 1 1,1 0-1,1-1 1,0 1-1,2 0 0,6-29 1,-3 31-6690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2:44.1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2050 233 24575,'-9'-6'0,"0"1"0,0 0 0,0 1 0,-1 0 0,1 1 0,-1-1 0,0 2 0,0 0 0,-13-2 0,6 1 0,-362-60 0,188 37 0,131 17 0,-102-31 0,117 27 0,0 1 0,-1 2 0,0 3 0,-62-3 0,-508 11 0,607-1 0,1 1 0,-1 1 0,1-1 0,-1 1 0,1 0 0,0 1 0,0 0 0,0 1 0,0-1 0,1 1 0,0 1 0,-1-1 0,1 1 0,1 1 0,-1-1 0,-8 11 0,4-5 0,1 1 0,1 1 0,0 0 0,1 0 0,0 1 0,1 0 0,0 0 0,-5 20 0,10-31 0,1 1 0,0-1 0,1 1 0,-1 0 0,1-1 0,-1 1 0,1 0 0,0 0 0,0-1 0,1 1 0,-1 0 0,1 0 0,0-1 0,0 1 0,0 0 0,0-1 0,1 0 0,-1 1 0,1-1 0,0 0 0,0 1 0,0-1 0,1 0 0,-1-1 0,1 1 0,-1 0 0,1-1 0,0 1 0,0-1 0,0 0 0,6 3 0,9 5 0,1-2 0,1 0 0,-1-1 0,35 8 0,-13-4 0,252 71 0,-253-74 0,43 2 0,-16-2 0,93 2 0,-114-10 0,1 3 0,49 9 0,-56-6 0,76 1 0,-74-6 0,68 10 0,300 68 0,-380-73 0,145 24 0,-97-20 0,-35-3 0,68 1 0,-104-8 0,5 1 0,-1-1 0,1-1 0,-1 0 0,1-1 0,21-5 0,-29 6 0,-1-1 0,0 0 0,0 1 0,0-1 0,0 0 0,0 0 0,0-1 0,-1 1 0,1-1 0,-1 1 0,1-1 0,-1 0 0,0 0 0,0 0 0,0 0 0,-1 0 0,1 0 0,-1 0 0,1-1 0,-1 1 0,0-1 0,-1 1 0,2-8 0,12-51-1365,-9 45-5461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2:46.5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582 315 24575,'0'-18'0,"1"1"0,-1 1 0,-1-1 0,-1 0 0,-5-23 0,5 34 0,0 0 0,0 0 0,-1 1 0,1-1 0,-1 1 0,-1 0 0,1 0 0,-1 0 0,0 0 0,0 0 0,-1 1 0,1 0 0,-1 0 0,0 0 0,-9-5 0,-19-9 0,-1 2 0,-1 2 0,0 0 0,-72-15 0,90 25 0,1 0 0,-1 2 0,1 0 0,-1 0 0,0 2 0,1 0 0,-1 1 0,0 1 0,-24 5 0,36-5 0,1 0 0,-1 1 0,0 0 0,1-1 0,0 2 0,-1-1 0,1 0 0,0 1 0,1 0 0,-1 0 0,1 0 0,0 0 0,0 1 0,-4 5 0,6-7 0,0-1 0,-1 1 0,1-1 0,0 1 0,1-1 0,-1 1 0,0 0 0,1-1 0,-1 1 0,1 0 0,0-1 0,0 1 0,0 0 0,0-1 0,1 1 0,-1 0 0,1-1 0,-1 1 0,1 0 0,0-1 0,0 1 0,0-1 0,1 1 0,-1-1 0,0 0 0,1 1 0,0-1 0,3 4 0,2-1 0,1 1 0,0-2 0,0 1 0,0-1 0,0 0 0,1 0 0,-1-1 0,1 0 0,0-1 0,0 0 0,15 1 0,-13-1 0,1 0 0,0 1 0,-1 0 0,1 1 0,12 6 0,-20-7 0,0-1 0,0 1 0,-1 0 0,1 0 0,0 0 0,-1 1 0,0-1 0,0 1 0,0 0 0,0 0 0,0 0 0,-1 0 0,0 0 0,0 1 0,0-1 0,0 1 0,1 5 0,-2-6 0,0 0 0,0 0 0,0 0 0,0 1 0,0-1 0,-1 0 0,0 1 0,0-1 0,0 0 0,-1 1 0,1-1 0,-1 0 0,0 0 0,0 1 0,-3 7 0,2-10 0,0 1 0,-1-1 0,1 1 0,0-1 0,-1 0 0,1 0 0,-1 0 0,0 0 0,1 0 0,-1 0 0,0-1 0,0 0 0,0 1 0,0-1 0,0 0 0,-1 0 0,1-1 0,0 1 0,0-1 0,-1 0 0,-4 1 0,-14-1 0,12 0 0,1 1 0,-1-1 0,1 2 0,-1-1 0,1 1 0,-9 3 0,15-4 0,1 0 0,0 1 0,-1-1 0,1 0 0,0 1 0,0-1 0,0 1 0,0 0 0,0 0 0,1 0 0,-1 0 0,0 0 0,1 0 0,0 0 0,-1 0 0,1 1 0,0-1 0,0 1 0,0-1 0,0 1 0,1-1 0,-1 1 0,1-1 0,0 1 0,-1-1 0,1 1 0,0 3 0,0-1 0,0 1 0,1-1 0,-1 0 0,1 1 0,0-1 0,0 1 0,1-1 0,-1 0 0,1 0 0,0 0 0,1 0 0,-1 0 0,1 0 0,0-1 0,0 1 0,6 6 0,-3-6 0,0 0 0,1 0 0,-1 0 0,1-1 0,0 0 0,0 0 0,1-1 0,-1 0 0,1 0 0,8 2 0,17 1 0,-1-1 0,1-1 0,0-2 0,44-3 0,-66 1 0,2 0-111,45-5-1143,-41-1-5572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3:00.3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1568 0 24575,'-25'1'0,"0"1"0,1 1 0,-1 2 0,1 0 0,0 1 0,0 2 0,1 0 0,0 2 0,-23 13 0,-195 83 0,-212 110 0,285-127 0,-62 39 0,201-110 0,16-11 0,1 0 0,0 1 0,1 0 0,0 1 0,0 0 0,1 1 0,0 0 0,-12 17 0,13-15 0,1 0 0,0 1 0,1 0 0,0 0 0,1 1 0,1-1 0,0 1 0,1 1 0,0-1 0,1 0 0,1 1 0,-1 24 0,2-32 0,1-1 0,0 1 0,1 0 0,0-1 0,0 1 0,0 0 0,1-1 0,0 1 0,0-1 0,1 0 0,-1 0 0,5 7 0,-4-10 0,0 1 0,0-1 0,0 0 0,1 0 0,-1 0 0,1-1 0,0 1 0,0-1 0,-1 0 0,2 0 0,-1 0 0,0-1 0,0 1 0,0-1 0,1 0 0,-1 0 0,1-1 0,-1 1 0,6-1 0,67 3 0,105-9 0,-164 3 0,0-1 0,0-1 0,-1 0 0,0-2 0,0 0 0,30-17 0,30-12 0,138-65 0,-120 53 0,145-91 0,-148 82 0,113-53 0,-174 92 0,-2 0 0,0-2 0,-2-1 0,32-32 0,-33 31 0,-8 8 0,1 1 0,0 0 0,0 2 0,32-13 0,-28 13 0,-1 0 0,0-1 0,26-20 0,-1 0-1365,-35 22-5461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3:10.4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1518 1290 24575,'-9'-1'0,"0"0"0,0-1 0,1 1 0,-1-2 0,1 1 0,-1-1 0,1-1 0,0 1 0,0-1 0,1-1 0,-1 1 0,1-1 0,0-1 0,0 1 0,0-1 0,1 0 0,-7-9 0,-12-16 0,1 0 0,-31-57 0,29 46 0,-42-66 0,-5 2 0,-125-139 0,-8-13 0,200 250 0,-45-67 0,35 49 0,-1 1 0,-1 0 0,-1 1 0,-1 1 0,-1 1 0,-36-29 0,49 47 0,1 0 0,-1 1 0,0 0 0,0 0 0,0 1 0,0 0 0,-1 0 0,1 1 0,0 0 0,-14 0 0,-86 8 0,96-6 0,1 2 0,-1-1 0,1 2 0,0-1 0,0 2 0,0-1 0,1 1 0,-1 1 0,1 0 0,1 1 0,-1 0 0,1 0 0,0 1 0,1 0 0,-1 0 0,2 1 0,-12 16 0,10-11 0,0 0 0,1 1 0,0 0 0,2 1 0,0-1 0,0 1 0,2 0 0,0 1 0,0-1 0,2 1 0,-1 28 0,2 17 0,5 132 0,-2-182 0,1 0 0,0 0 0,1 0 0,0-1 0,1 1 0,0-1 0,1 0 0,0-1 0,1 1 0,11 12 0,12 14 0,45 40 0,-8-14 0,4-3 0,2-4 0,2-3 0,3-3 0,85 41 0,-132-74 0,-1 1 0,-2 2 0,0 1 0,26 25 0,98 107 0,-73-70 0,-18-25 27,37 41-1419,-85-84-5434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3:12.4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1025 311 24575,'-12'0'0,"-1"0"0,0 0 0,1-1 0,-1-1 0,1 0 0,0-1 0,-1 0 0,1-1 0,0 0 0,1-1 0,-1 0 0,1-1 0,0 0 0,1-1 0,-12-9 0,-8-7 0,-3-5 0,-2 2 0,0 1 0,-2 2 0,-1 2 0,-67-29 0,78 40 0,0 1 0,0 0 0,-1 2 0,0 2 0,0 0 0,-37-1 0,47 6 0,0 1 0,0 0 0,-24 6 0,33-5 0,1 1 0,0 0 0,0 0 0,0 1 0,0 0 0,1 0 0,-1 1 0,1 0 0,-7 6 0,3-1 0,0 0 0,1 0 0,0 1 0,1 0 0,0 1 0,1 0 0,-13 24 0,19-32 0,0-1 0,1 1 0,0-1 0,0 1 0,0 0 0,0-1 0,0 1 0,1 0 0,-1 0 0,1-1 0,0 1 0,0 0 0,1 0 0,-1 0 0,1-1 0,0 1 0,0 0 0,0-1 0,0 1 0,1-1 0,-1 1 0,1-1 0,0 0 0,0 1 0,0-1 0,0 0 0,1 0 0,-1-1 0,1 1 0,0 0 0,0-1 0,0 0 0,0 0 0,0 1 0,5 1 0,10 4 0,0 0 0,0-1 0,1-1 0,0-1 0,26 4 0,25 7 0,-17-1 0,-39-13 0,-1 1 0,0 0 0,0 1 0,0 1 0,0 0 0,0 1 0,-1 0 0,0 1 0,-1 1 0,1 0 0,-1 0 0,11 12 0,-16-14 0,1 1 0,-2 0 0,1 0 0,-1 0 0,0 1 0,-1 0 0,5 10 0,-8-17 0,-1 1 0,1-1 0,-1 1 0,0 0 0,1-1 0,-1 1 0,0 0 0,0-1 0,0 1 0,0 0 0,0-1 0,-1 1 0,1-1 0,0 1 0,-1 0 0,1-1 0,-1 1 0,-1 1 0,1-1 0,-1 0 0,1 0 0,-1-1 0,0 1 0,0-1 0,0 1 0,0-1 0,0 0 0,0 0 0,0 0 0,0 0 0,0 0 0,0 0 0,-1 0 0,1-1 0,-5 1 0,-19 2 0,1-1 0,-1-1 0,0-2 0,-30-3 0,33 1 0,0 1 0,0 2 0,0 0 0,0 1 0,-36 7 0,54-6 0,0 0 0,0 0 0,1 0 0,-1 1 0,1-1 0,0 1 0,0 0 0,0 1 0,0-1 0,0 1 0,1-1 0,-1 1 0,1 0 0,0 1 0,0-1 0,1 0 0,-1 1 0,1-1 0,0 1 0,0 0 0,1 0 0,-1 0 0,1 0 0,0 0 0,0 9 0,-2 10 0,1 0 0,2 0 0,1 0 0,3 27 0,-3-46 0,0 0 0,0 1 0,1-1 0,-1 0 0,1 0 0,0 0 0,0 0 0,1-1 0,0 1 0,0-1 0,0 1 0,0-1 0,0 0 0,1 0 0,0 0 0,0-1 0,0 1 0,0-1 0,1 0 0,-1 0 0,8 3 0,9 3 0,1 0 0,-1-2 0,43 9 0,-4 0 0,145 39-1365,-184-49-5461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3:20.4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2229 55 24575,'-26'-2'0,"0"-1"0,1-1 0,-46-13 0,42 9 0,1 2 0,-50-6 0,-402 10 0,240 4 0,-760-2 0,986 1 0,0 0 0,0 1 0,0 0 0,0 1 0,0 1 0,1 0 0,-17 7 0,23-8 0,1 0 0,-1 0 0,0 1 0,1 0 0,0 0 0,0 1 0,0 0 0,1 0 0,-1 0 0,1 1 0,0-1 0,1 1 0,-1 0 0,1 1 0,-4 8 0,7-12 0,0 0 0,0 0 0,0 0 0,1 0 0,-1 0 0,1 1 0,0-1 0,0 0 0,0 0 0,0 0 0,1 0 0,-1 1 0,1-1 0,0 0 0,0 0 0,0 0 0,0 0 0,0 0 0,1-1 0,-1 1 0,1 0 0,0-1 0,0 1 0,0-1 0,0 1 0,4 3 0,7 5 0,0-1 0,1 0 0,29 16 0,-9-5 0,-15-10 0,2-1 0,-1 0 0,1-1 0,37 9 0,22 9 0,-31-9 0,1-3 0,1-2 0,0-2 0,1-3 0,72 4 0,2 1 0,-77-6 0,61 0 0,-79-6 0,54 10 0,-53-5 0,50 1 0,662-8-1365,-722 1-5461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3:22.3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2213 29 24575,'-91'0'0,"-527"-16"0,-166 4 0,476 15 0,285-4 0,-7 0 0,-1 1 0,0 1 0,1 2 0,-1 1 0,1 1 0,0 2 0,-29 10 0,51-14 0,1 0 0,-1 1 0,0 0 0,1 0 0,0 1 0,0 0 0,0 0 0,1 1 0,0-1 0,0 2 0,0-1 0,-6 9 0,9-10 0,0 1 0,1-1 0,-1 1 0,1 0 0,0 0 0,0 0 0,1 0 0,0 0 0,0 0 0,0 0 0,1 0 0,-1 0 0,2 1 0,-1-1 0,1 0 0,0 0 0,3 11 0,-1-9 0,0-1 0,1 1 0,-1-1 0,1 0 0,1 0 0,0-1 0,0 1 0,0-1 0,1 0 0,-1 0 0,1-1 0,1 0 0,-1 0 0,1 0 0,0-1 0,13 6 0,12 6 0,2-3 0,50 15 0,-60-21 0,32 9 0,2-2 0,113 11 0,120-17 0,-263-6 0,1 0 0,30 7 0,-29-3 0,52 1 0,1021-8 0,-1083 0 42,1-1 0,30-7 1,10-1-1535,-39 7-5334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3:24.5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1001 336 24575,'0'-4'0,"-1"1"0,0-1 0,0 1 0,0 0 0,0 0 0,0 0 0,-1 0 0,0 0 0,1 0 0,-1 0 0,0 0 0,0 0 0,-3-2 0,-36-35 0,31 31 0,-15-14 0,-1 2 0,-1 0 0,-1 2 0,-1 1 0,-1 2 0,0 0 0,-1 2 0,-1 1 0,-48-12 0,22 10 0,0 2 0,0 3 0,-1 2 0,-67 0 0,106 8 0,1 1 0,0 0 0,0 2 0,0 0 0,-31 10 0,46-12 0,-1 1 0,0 0 0,0 0 0,1 0 0,0 1 0,-1-1 0,1 1 0,0 0 0,0 1 0,0-1 0,1 0 0,-1 1 0,1 0 0,0 0 0,0 0 0,0 0 0,1 1 0,-1-1 0,1 1 0,0-1 0,0 1 0,1 0 0,-1 0 0,1 0 0,0 0 0,0 9 0,1-11 0,0 1 0,0-1 0,0 0 0,1 1 0,0-1 0,-1 1 0,1-1 0,1 0 0,-1 0 0,0 0 0,1 1 0,-1-1 0,1-1 0,0 1 0,0 0 0,0 0 0,4 3 0,0-1 0,0 1 0,1-1 0,-1-1 0,1 0 0,0 0 0,0 0 0,10 3 0,4 1 0,0-2 0,1 0 0,0-2 0,37 4 0,127-9 0,13 2 0,-196-1 0,0 0 0,0 0 0,0 0 0,0 1 0,0-1 0,0 1 0,0 0 0,0 0 0,-1 0 0,1 1 0,0-1 0,-1 0 0,1 1 0,-1 0 0,1 0 0,-1-1 0,0 1 0,0 1 0,0-1 0,0 0 0,0 0 0,0 1 0,0-1 0,-1 1 0,0 0 0,1-1 0,-1 1 0,0 0 0,1 5 0,-2-5 0,1 1 0,-1 0 0,-1 0 0,1-1 0,0 1 0,-1 0 0,0-1 0,0 1 0,0 0 0,0-1 0,-1 1 0,1-1 0,-1 0 0,0 0 0,0 1 0,0-1 0,0 0 0,-1 0 0,1-1 0,-1 1 0,0-1 0,0 1 0,-5 3 0,-11 5 0,-2-1 0,1 0 0,-1-1 0,0-2 0,0 0 0,-40 7 0,28-7 0,1 1 0,-36 16 0,59-20 0,-1 0 0,1 1 0,0 1 0,0-1 0,1 2 0,0-1 0,0 1 0,0 0 0,1 0 0,0 1 0,-6 9 0,10-12 0,0-1 0,1 0 0,0 0 0,0 1 0,0 0 0,0-1 0,1 1 0,-1 0 0,1 0 0,1-1 0,-1 1 0,1 0 0,0 0 0,0 0 0,0 0 0,0 0 0,1 0 0,0 0 0,2 5 0,-2-6 0,0-1 0,1 1 0,0-1 0,0 1 0,0-1 0,0 0 0,1 0 0,-1 0 0,1 0 0,-1 0 0,1 0 0,0-1 0,0 1 0,1-1 0,-1 0 0,0 0 0,1 0 0,-1 0 0,1-1 0,0 0 0,-1 1 0,1-1 0,0 0 0,4 0 0,42 3 0,0-2 0,70-6 0,-5 0 0,-76 2 0,0-2 0,0-2 0,-1-2 0,1-1 0,44-18 0,-45 11-1365,-20 6-5461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3:25.1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24575,'0'0'-8191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4T06:06:17.865"/>
    </inkml:context>
    <inkml:brush xml:id="br0">
      <inkml:brushProperty name="width" value="0.1" units="cm"/>
      <inkml:brushProperty name="height" value="0.2" units="cm"/>
      <inkml:brushProperty name="color" value="#00FDFF"/>
      <inkml:brushProperty name="tip" value="rectangle"/>
      <inkml:brushProperty name="rasterOp" value="maskPen"/>
      <inkml:brushProperty name="ignorePressure" value="1"/>
    </inkml:brush>
  </inkml:definitions>
  <inkml:trace contextRef="#ctx0" brushRef="#br0">7620 2322,'0'-1,"-1"0,0 0,1 0,-1 1,1-1,-1 0,0 0,1 0,-1 1,0-1,0 0,0 1,0-1,0 0,0 1,0-1,0 1,0 0,0-1,0 1,0 0,0-1,0 1,0 0,0 0,0 0,-1 0,-37-2,35 2,-39-5,1-1,0-2,0-2,1-2,-45-19,-56-15,76 23,1-3,1-2,-84-51,8 4,73 36,53 30,-1-1,0 2,0 0,-1 1,0 0,0 1,-1 1,0 1,-22-4,15 5,0-2,0 0,1-2,-1-1,2 0,-1-2,-28-17,-33-12,-86-33,61 29,-171-44,168 55,-110-18,108 27,-170-42,-73-3,208 44,-74-16,127 20,-168-44,29-1,51 16,68 22,72 18,-68-22,-244-85,68 24,-150-39,79 22,352 107,-220-67,161 49,-96-41,16 4,44 25,-88-34,-90-31,221 78,56 18,-252-70,196 56,43 10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4T06:06:18.155"/>
    </inkml:context>
    <inkml:brush xml:id="br0">
      <inkml:brushProperty name="width" value="0.1" units="cm"/>
      <inkml:brushProperty name="height" value="0.2" units="cm"/>
      <inkml:brushProperty name="color" value="#00FD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7,'3'-3,"1"-1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4T06:06:18.815"/>
    </inkml:context>
    <inkml:brush xml:id="br0">
      <inkml:brushProperty name="width" value="0.1" units="cm"/>
      <inkml:brushProperty name="height" value="0.2" units="cm"/>
      <inkml:brushProperty name="color" value="#00FDFF"/>
      <inkml:brushProperty name="tip" value="rectangle"/>
      <inkml:brushProperty name="rasterOp" value="maskPen"/>
      <inkml:brushProperty name="ignorePressure" value="1"/>
    </inkml:brush>
  </inkml:definitions>
  <inkml:trace contextRef="#ctx0" brushRef="#br0">493 42,'2'-13,"-2"2,-18 4,-28 2,0 1,-1 3,-53 4,-2 0,97-3,0 1,0 0,0 0,0 0,0 1,0-1,0 1,1 0,-1 1,1-1,0 1,-1 0,1 0,0 0,1 0,-1 1,0 0,-4 6,2-2,0 1,0 0,1 0,1 0,-1 0,1 1,1 0,-4 14,7-20,0 0,-1 0,1 0,1 0,-1 1,1-1,-1 0,1 0,0 0,1 0,-1 0,1 0,0-1,0 1,0 0,0-1,0 0,1 1,3 3,9 9,1-1,28 22,5 4,-17-7,32 31,99 131,-156-186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06:33.0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41 1 24575,'0'3'0,"-1"1"0,-1 0 0,1 0 0,0-1 0,-1 1 0,0-1 0,1 1 0,-4 3 0,-11 26 0,12 0 0,1 1 0,1 0 0,2 0 0,5 45 0,-4-77-54,-1 1-1,0-1 0,1 0 1,-1 1-1,1-1 1,-1 0-1,1 1 0,0-1 1,0 0-1,0 0 1,0 0-1,1 0 0,-1 0 1,1 0-1,-1 0 0,1-1 1,-1 1-1,1 0 1,0-1-1,0 1 0,0-1 1,0 0-1,0 1 1,4 0-1,7 3-6771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06:39.5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253 1 24575,'2'49'0,"0"-35"0,-1 0 0,-1 0 0,0 0 0,0 0 0,-2 1 0,0-1 0,-7 25 0,6-34 0,0-1 0,0 1 0,0-1 0,-1 0 0,0 0 0,0-1 0,0 1 0,0-1 0,-1 0 0,1 0 0,-1 0 0,0 0 0,0-1 0,-5 2 0,-3 1 0,1 0 0,-1-1 0,0-1 0,-21 3 0,30-5 0,1-1 0,0 0 0,-1 0 0,1-1 0,-1 1 0,1-1 0,0 1 0,-1-1 0,1 0 0,0 0 0,0-1 0,0 1 0,0-1 0,0 1 0,0-1 0,0 0 0,1 0 0,-1 0 0,0 0 0,1-1 0,0 1 0,0-1 0,-1 0 0,2 1 0,-1-1 0,0 0 0,0 0 0,1 0 0,-2-4 0,1 0 0,0 1 0,0-1 0,0 1 0,1-1 0,0 0 0,0 0 0,1 0 0,0 0 0,0 0 0,1 1 0,0-1 0,0 0 0,4-12 0,-4 16 0,1 0 0,0 0 0,0 1 0,0-1 0,1 0 0,-1 1 0,1 0 0,-1-1 0,1 1 0,0 0 0,0 0 0,0 1 0,0-1 0,0 0 0,0 1 0,1 0 0,-1 0 0,0 0 0,1 0 0,-1 1 0,0-1 0,1 1 0,-1 0 0,1 0 0,3 0 0,10 0 0,0 0 0,0 2 0,29 5 0,-37-5 11,-1 1 0,0 0 0,0 1 0,0 0 0,0 0 0,0 0-1,-1 1 1,0 0 0,0 1 0,8 7 0,3 5-506,0 2 0,16 24 0,-27-35-6331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06:40.8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146 0 24575,'-5'2'0,"-1"0"0,1 1 0,0-1 0,1 1 0,-1 0 0,0 0 0,1 1 0,-1 0 0,1-1 0,0 1 0,-6 9 0,4-8 0,-3 5 0,-1 0 0,1 1 0,1 0 0,-12 20 0,16-24 0,1 0 0,1 0 0,-1 0 0,1 0 0,0 1 0,1-1 0,0 1 0,0-1 0,1 1 0,0 8 0,-1 61 0,0-50 0,0 0 0,2 0 0,1 0 0,11 52 0,-9-70 19,-1-1 0,1 0 0,1 0 0,-1 0 0,1 0 0,9 9 0,17 30-1517,-27-36-5328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06:44.0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68 1 24575,'-7'171'0,"5"-147"0,-2 0 0,-1-1 0,-1 0 0,-1 0 0,-12 26 0,1-3 0,22-107 0,-1 50 0,2-1 0,0 1 0,0 1 0,1-1 0,0 1 0,10-13 0,-14 20 0,0 0 0,0 1 0,0-1 0,1 0 0,0 1 0,-1-1 0,1 1 0,0 0 0,0 0 0,0 0 0,0 0 0,1 0 0,-1 1 0,0 0 0,1-1 0,-1 1 0,1 0 0,-1 1 0,1-1 0,0 1 0,-1-1 0,1 1 0,0 0 0,6 2 0,-7-2 0,-1 2 0,1-1 0,-1 0 0,0 1 0,1-1 0,-1 1 0,0-1 0,0 1 0,0 0 0,0 0 0,0 0 0,-1 0 0,1 0 0,0 1 0,-1-1 0,0 0 0,1 1 0,-1-1 0,0 1 0,0-1 0,-1 1 0,1 0 0,0-1 0,-1 1 0,1 5 0,0 9 0,0 1 0,-1-1 0,-2 19 0,0-8 0,2-25 5,0-1 0,0 1 0,0 0-1,0 0 1,0 0 0,-1-1 0,1 1 0,-1 0-1,0 0 1,0-1 0,0 1 0,0-1 0,-1 1-1,1-1 1,0 1 0,-1-1 0,0 0-1,0 0 1,0 0 0,0 0 0,0 0 0,0 0-1,0 0 1,-3 1 0,-1 0-154,0-1 1,-1-1-1,1 1 1,0-1-1,-1 0 1,1 0-1,0-1 1,-1 1-1,-10-2 1,2 0-6678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06:47.8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215 1 24575,'-59'60'0,"-84"112"0,142-170 0,0-1 0,0 0 0,0 0 0,0 0 0,0 0 0,0 1 0,0-1 0,1 0 0,-1 1 0,0-1 0,1 1 0,-1-1 0,1 0 0,0 1 0,-1-1 0,1 1 0,0 0 0,0-1 0,0 1 0,0-1 0,0 1 0,0-1 0,1 1 0,-1-1 0,1 3 0,0-2 0,1-1 0,-1 0 0,1 0 0,-1 1 0,1-1 0,-1 0 0,1 0 0,0 0 0,0-1 0,-1 1 0,1 0 0,0-1 0,0 1 0,0-1 0,0 0 0,0 1 0,2-1 0,9 1 0,1-1 0,-1-1 0,1 0 0,23-4 0,34-9-1365,-56 12-5461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06:48.7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197 9 24575,'-9'0'0,"1"2"0,0-1 0,0 1 0,-1 0 0,1 1 0,1 0 0,-1 0 0,0 0 0,1 1 0,0 1 0,0-1 0,0 1 0,0 0 0,1 1 0,0-1 0,0 1 0,-9 12 0,9-11 0,0 1 0,0 0 0,1 0 0,0 0 0,1 1 0,0 0 0,0 0 0,1 0 0,0 0 0,0 0 0,1 1 0,0-1 0,1 1 0,0 0 0,1 10 0,0-18 0,1 1 0,-1-1 0,1 0 0,0 0 0,0-1 0,0 1 0,0 0 0,0 0 0,0 0 0,1-1 0,-1 1 0,0 0 0,1-1 0,0 1 0,-1-1 0,1 0 0,0 1 0,0-1 0,-1 0 0,1 0 0,0 0 0,0-1 0,0 1 0,0 0 0,0-1 0,0 1 0,1-1 0,-1 0 0,0 1 0,0-1 0,3 0 0,11 0 0,0 0 0,0 0 0,17-4 0,-23 3 0,-5 0 0,0 1 0,0-1 0,0-1 0,0 1 0,0-1 0,0 0 0,0 0 0,0 0 0,-1-1 0,1 0 0,-1 0 0,0 0 0,0 0 0,0-1 0,0 1 0,0-1 0,-1 0 0,0 0 0,0 0 0,0-1 0,0 1 0,3-9 0,2-7 0,-1 0 0,-1 0 0,-1 0 0,3-30 0,4-12 0,-7 54 0,-1 23 0,1 31 0,-5-42 0,1 9 14,0 1-1,1-1 0,1 1 0,0-1 1,1 0-1,0 0 0,1 0 1,10 20-1,-11-28-84,-1 0 1,1 0-1,0 0 0,1 0 0,-1 0 1,1-1-1,0 0 0,0 0 1,0 0-1,1-1 0,-1 0 0,1 0 1,0 0-1,0 0 0,0-1 1,0 0-1,0-1 0,0 1 0,0-1 1,11 1-1,-2-1-6755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06:57.9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24575,'3'0'0,"4"0"0,4 0 0,3 0 0,-1 0-8191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06:58.3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24575,'3'0'0,"4"0"0,4 0 0,6 0 0,3 0 0,1 0 0,0 0 0,0 0 0,-1 0 0,-4 0-8191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06:59.3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24575,'3'0'0,"4"0"0,4 0 0,3 0 0,2 0 0,2 0 0,-3 0-8191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07:03.0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100 0 24575,'-1'6'0,"-1"1"0,-1-1 0,1-1 0,-1 1 0,0 0 0,0-1 0,-1 1 0,1-1 0,-9 9 0,-3 6 0,3-2 0,8-13 0,0-1 0,0 1 0,0 0 0,1 1 0,0-1 0,0 0 0,1 1 0,-1 0 0,1 0 0,1 0 0,-3 9 0,5-14 3,-1 0 0,1 0 0,-1 1 0,1-1 0,0 0 0,-1 0 0,1 0 0,0 0 0,0-1 0,0 1 0,0 0 0,0 0 0,0 0 0,0-1 0,0 1 0,0 0 0,0-1 0,0 1 0,0-1 0,0 0-1,1 1 1,-1-1 0,0 0 0,0 0 0,1 1 0,-1-1 0,2 0 0,40 0-661,-36 0-132,10-1-6036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07:04.2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157 0 24575,'-2'10'0,"0"-1"0,0 0 0,-1 0 0,0-1 0,0 1 0,-1 0 0,0-1 0,-7 10 0,-6 16 0,2 0-119,-13 29-504,-30 98 0,54-141-6203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07:05.6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69 1 24575,'3'0'0,"1"0"0,0 0 0,-1 0 0,1 1 0,0 0 0,-1-1 0,1 1 0,0 1 0,-1-1 0,0 0 0,1 1 0,-1 0 0,0 0 0,4 2 0,-5-2 0,0 0 0,-1 0 0,1 1 0,-1-1 0,1 0 0,-1 1 0,0-1 0,0 1 0,0-1 0,0 1 0,0-1 0,-1 1 0,1 0 0,-1-1 0,0 1 0,1 0 0,-1-1 0,-1 1 0,1 0 0,0-1 0,-1 1 0,1 0 0,-1-1 0,-1 4 0,1-3 5,0 0 1,0 0-1,-1 0 0,1 0 0,-1 0 1,1 0-1,-1-1 0,0 1 0,0 0 0,-1-1 1,1 0-1,0 1 0,-1-1 0,0 0 0,1 0 1,-1-1-1,0 1 0,0-1 0,-3 2 0,-7 2-265,0 0-1,0-2 1,-17 4-1,22-6-166,-7 2-6399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10:19.2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301 1 24575,'-3'0'0,"1"1"0,-1 0 0,1-1 0,-1 1 0,1 0 0,0 1 0,-1-1 0,1 0 0,0 1 0,0-1 0,0 1 0,0 0 0,0 0 0,0-1 0,1 1 0,-1 0 0,-1 3 0,-26 40 0,28-42 0,-45 83 0,5 1 0,-41 122 0,66-152 0,2 1 0,2 0 0,3 0 0,3 1 0,1 96 0,6 337 0,9-402 0,-2-39 0,23 121 0,-16-97 0,0-8 0,4-1 0,26 65 0,65 110-1365,-105-231-5461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10:24.8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127 1 24575,'-8'0'0,"0"0"0,-1 0 0,1 1 0,0 0 0,0 0 0,0 1 0,0 0 0,-13 6 0,18-7 0,0 1 0,0 0 0,1 0 0,-1 0 0,1 1 0,-1-1 0,1 1 0,0-1 0,0 1 0,0 0 0,0-1 0,0 1 0,1 0 0,-1 0 0,1 1 0,0-1 0,0 0 0,0 0 0,0 0 0,1 1 0,-1-1 0,1 0 0,0 1 0,0 3 0,0-3 0,0 0 0,0 1 0,0-1 0,0 1 0,1-1 0,0 1 0,0-1 0,0 0 0,0 1 0,1-1 0,-1 0 0,1 0 0,0 0 0,0 0 0,1-1 0,-1 1 0,6 5 0,-4-6 0,0 0 0,0 0 0,1 0 0,-1 0 0,1-1 0,0 0 0,-1 0 0,1 0 0,0-1 0,0 0 0,0 0 0,0 0 0,1 0 0,-1-1 0,6 0 0,-5 1 0,0-1 0,0 0 0,0 0 0,1-1 0,-1 0 0,0 0 0,0 0 0,0-1 0,7-2 0,-11 2 0,0 1 0,0-1 0,0 1 0,-1-1 0,1 0 0,-1 1 0,1-1 0,-1 0 0,1 0 0,-1 0 0,0 0 0,0 0 0,0-1 0,0 1 0,-1 0 0,1 0 0,0-1 0,-1 1 0,0 0 0,1-1 0,-1 1 0,0 0 0,0-1 0,0 1 0,-1-1 0,0-3 0,1 4 5,0 0 0,-1 1 0,1-1-1,0 0 1,-1 1 0,0-1 0,1 0 0,-1 1-1,0-1 1,1 1 0,-1-1 0,0 1 0,0 0-1,0-1 1,-1 1 0,1 0 0,0 0-1,0 0 1,-1 0 0,1 0 0,0 0 0,-1 0-1,1 0 1,-4-1 0,0 0-217,0 1 0,0 0 0,0 0-1,0 0 1,-1 1 0,-7-1 0,-3 2-6614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10:26.3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236 75 24575,'-50'-2'0,"35"1"0,0 0 0,-1 0 0,1 2 0,0 0 0,0 0 0,0 1 0,-18 6 0,30-7 0,1 0 0,-1 1 0,0-1 0,1 1 0,-1-1 0,1 1 0,0 0 0,0 0 0,0 0 0,0 0 0,0 1 0,0-1 0,0 1 0,1-1 0,-1 1 0,1-1 0,-2 5 0,1-1 0,0 0 0,1 0 0,0 0 0,0 0 0,0 0 0,1 0 0,0 1 0,1 6 0,0-2 0,1 0 0,0 0 0,0-1 0,1 1 0,1-1 0,0 0 0,0 0 0,1 0 0,8 13 0,-6-13 0,2 0 0,-1 0 0,1-1 0,0 0 0,1 0 0,0-1 0,0-1 0,1 0 0,12 6 0,-18-10 0,0-1 0,0 0 0,0 0 0,0-1 0,0 0 0,0 0 0,1 0 0,-1 0 0,0-1 0,0 0 0,1 0 0,-1 0 0,0-1 0,0 0 0,1 0 0,-1 0 0,0-1 0,0 1 0,0-1 0,0 0 0,-1-1 0,1 1 0,-1-1 0,7-4 0,5-6 0,0 0 0,-1-1 0,-1 0 0,0-1 0,-1-1 0,22-33 0,-28 37 0,0-1 0,-1 0 0,-1-1 0,0 1 0,-1-1 0,0 0 0,-1 0 0,-1 0 0,0-1 0,-1-22 0,0 33 0,-1 0 0,0 0 0,-1 1 0,1-1 0,0 0 0,-1 0 0,0 1 0,0-1 0,0 0 0,0 1 0,-1-1 0,1 1 0,-5-6 0,4 7 0,0 0 0,-1 0 0,1 1 0,-1-1 0,0 1 0,1-1 0,-1 1 0,0 0 0,0 0 0,0 1 0,0-1 0,0 0 0,1 1 0,-1 0 0,0 0 0,-1 0 0,-4 0 0,-119 4-1365,112-4-5461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20:50.7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21:29.7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24575,'0'0'-8191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6T08:06:51.8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80 23 24575,'-3'-1'0,"0"1"0,0 0 0,0 0 0,1 0 0,-1 0 0,0 0 0,0 1 0,0-1 0,0 1 0,0 0 0,0 0 0,0 0 0,1 0 0,-1 0 0,0 1 0,1-1 0,-1 1 0,1-1 0,0 1 0,-1 0 0,1 0 0,0 0 0,0 1 0,0-1 0,1 0 0,-1 1 0,0-1 0,1 1 0,0 0 0,-1-1 0,1 1 0,0 0 0,1 0 0,-1 0 0,0 0 0,1 0 0,-1 0 0,1-1 0,0 1 0,1 6 0,-1-5 0,0 0 0,1 0 0,0 0 0,-1 1 0,2-1 0,-1-1 0,0 1 0,1 0 0,0 0 0,-1 0 0,1-1 0,1 1 0,-1-1 0,1 0 0,-1 1 0,1-1 0,0 0 0,0-1 0,0 1 0,1 0 0,-1-1 0,0 0 0,1 0 0,4 2 0,-6-3 0,0 0 0,0 0 0,0-1 0,1 1 0,-1-1 0,0 0 0,0 1 0,0-1 0,1 0 0,-1 0 0,0 0 0,0-1 0,0 1 0,1 0 0,-1-1 0,0 0 0,0 1 0,3-3 0,-2 2 0,-1-1 0,0 0 0,0 0 0,0 0 0,0 0 0,0 0 0,0-1 0,0 1 0,-1 0 0,1-1 0,-1 1 0,0-1 0,0 0 0,0 1 0,0-1 0,0 0 0,0 0 0,0-3 0,1-13-231,0 0-1,-1 0 1,-2-27 0,0 40-209,0-18-6386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6T08:07:12.0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217 0 24575,'-18'1'0,"1"-1"0,-1 2 0,1 1 0,-1 0 0,1 1 0,-31 12 0,43-14 0,1 0 0,0 0 0,-1 0 0,1 1 0,0 0 0,0 0 0,0 0 0,1 0 0,-1 1 0,1 0 0,0-1 0,-5 8 0,6-7 0,1-1 0,0 1 0,0-1 0,0 1 0,0-1 0,0 1 0,1 0 0,-1-1 0,1 1 0,0 0 0,0 0 0,1-1 0,-1 1 0,1 0 0,0-1 0,0 1 0,0 0 0,0-1 0,2 4 0,-2-5 0,0 0 0,0 0 0,-1 0 0,1 0 0,1 0 0,-1-1 0,0 1 0,0 0 0,0-1 0,1 1 0,-1-1 0,1 1 0,0-1 0,-1 0 0,1 0 0,0 0 0,0 0 0,-1 0 0,1 0 0,0 0 0,0 0 0,0-1 0,0 1 0,0-1 0,0 1 0,0-1 0,0 0 0,1 0 0,-1 0 0,0 0 0,0 0 0,0-1 0,0 1 0,0 0 0,0-1 0,2-1 0,0 1 0,0-1 0,0 0 0,0 0 0,-1 0 0,1 0 0,-1 0 0,1-1 0,-1 0 0,0 0 0,0 0 0,0 0 0,0 0 0,-1-1 0,0 1 0,1-1 0,-1 1 0,2-6 0,4-14-455,0 0 0,7-35 0,-13 39-6371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D325A6-F241-40D7-BF9F-421B71D3CAAD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829CEC-7133-48FF-9097-1FF2E33271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209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29CEC-7133-48FF-9097-1FF2E33271C0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36895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29CEC-7133-48FF-9097-1FF2E33271C0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48216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A61F57-984D-A6A8-CA81-849C560C4F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F1E00F8-CB4C-2BF6-4C26-CF42E4B091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15AF118-8A80-B8E2-73F7-13B749FA0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1D46AB4-5374-7290-2D73-61DF914431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0699A8C-A208-4DF4-9B93-E76A89D66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59692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B48CF0-4BED-FBA4-090B-0BCD80633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05F0A4-5009-BBE0-F988-AA0E4C24BE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AFBDEC-6149-9A80-1852-045510BEF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66E28FB-FAE0-A5EC-0A62-D34062050F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79899BE-D79D-7CD7-71FA-5C957314B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16435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C5A4B0-7254-B75B-1AB6-74B29A069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0FB535B-0207-6665-B555-8C329D0291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69940A-08DC-AD55-C524-98A0848B81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C66823-DED7-A51B-5149-F5FFBE9EA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4583D52-8CFB-A9A9-4422-E626AAC5D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53578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ED3C2A-C3DE-6D35-DCC8-83EF3BC61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CD64190-B58B-90CA-B495-B54B3588D2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C8C4FAF-887A-A434-9D41-5AC52C3B1C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F378E01-A0F6-5696-F8B5-D12FF26CB8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2DF0172-59D2-D10B-069F-391EECEA6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9B54957-FB76-CAC4-3459-7550E025E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59840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387A5E-2494-8808-CA5A-FBAA1218A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6F0965C-17AC-DB7E-0BCF-FE1939EB4D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49CD55-B821-AEC4-0BDF-26A5722EB6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E99EF1F-BA8D-1E48-5446-A4FADCCF16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A798B36-6086-60F9-7779-D35B8A1F0A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64ECC656-35FA-827E-D2AD-8282B01D1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0F52092-18F9-262A-D9D0-F0DADB826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637507A-857A-393D-8C50-D6C725999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8624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2B59AC-D0A7-BB50-26C7-11C3C9963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B3DA705-6A35-CDC6-CE9D-DEA28C0074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6ED0D3D-F327-192D-F3A0-0E986DE878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6F12638-248A-F485-0286-1B46D4FD3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0799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D7CC203-A51E-4055-C1AE-7994F26368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764A1E4-D1B5-4FC6-E177-06B709F88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3841B7-0DB0-D24C-BD47-0B8AF08BAD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84338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D55D4C-7609-2212-5BD1-71EA531D44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12DE1-95FF-4C52-AF8F-0E74868359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EA78882-AB43-20F2-B66D-770FB51CCF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AD9AD50-58BD-61CB-DF2D-20A4BF2EE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074D494-3E24-F3DC-E83E-0B3E9785E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01EA737-71CB-2116-88B8-CFD093DB0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31971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0EB1F2-03EA-70A5-CD92-ACE5D33FB3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9C67DE2-A34A-2184-5A82-73DCFA4223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BD160E5-DF86-FF47-BF05-8D6DC424DE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2D2E013-A98E-48AB-A6D5-F9213CF9D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0644C91-E03E-9F74-6958-05BE83B13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5E77233-5485-F853-1D3F-188E3D730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21573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95E4D6-72BF-7815-F53D-0055C700B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F0EE95D-BCE7-5371-7239-A34F82E4A6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2A5FF71-CD55-5BE1-1582-E2F124D861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E72097A-731B-5D74-6106-016FF21FD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F1E1D42-C2FA-6D90-726D-330DBE4A5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2813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7F6A11A-1562-A5C9-8098-025298B14F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AB3E875-E9B4-7249-CD24-11F062E432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C29DA2C-BAC5-6631-F87C-23E65492F7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6173BDB-73B2-F0FD-6B1F-9D22AE233B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346CB8-CAD4-27FD-C6B5-445C23FF5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95656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5CF02C2-1D09-6C4E-FE9A-99759C1FA3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A71473F-922B-FC72-6D5D-C2425B87B3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9D4E3AB-D56F-BE21-0B1D-B98986F4B0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7C1622-C0C2-42A6-A420-A2525B32B105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056D866-2326-711B-CA6C-5CA2377E7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1DD5C1-F8F3-5C96-BC81-9EC875C3D8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4162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customXml" Target="../ink/ink2.xml"/><Relationship Id="rId13" Type="http://schemas.openxmlformats.org/officeDocument/2006/relationships/image" Target="../media/image10.png"/><Relationship Id="rId18" Type="http://schemas.openxmlformats.org/officeDocument/2006/relationships/customXml" Target="../ink/ink7.xml"/><Relationship Id="rId26" Type="http://schemas.openxmlformats.org/officeDocument/2006/relationships/customXml" Target="../ink/ink11.xml"/><Relationship Id="rId3" Type="http://schemas.openxmlformats.org/officeDocument/2006/relationships/image" Target="../media/image4.png"/><Relationship Id="rId21" Type="http://schemas.openxmlformats.org/officeDocument/2006/relationships/image" Target="../media/image14.png"/><Relationship Id="rId7" Type="http://schemas.openxmlformats.org/officeDocument/2006/relationships/image" Target="../media/image7.png"/><Relationship Id="rId12" Type="http://schemas.openxmlformats.org/officeDocument/2006/relationships/customXml" Target="../ink/ink4.xml"/><Relationship Id="rId17" Type="http://schemas.openxmlformats.org/officeDocument/2006/relationships/image" Target="../media/image12.png"/><Relationship Id="rId25" Type="http://schemas.openxmlformats.org/officeDocument/2006/relationships/image" Target="../media/image16.png"/><Relationship Id="rId2" Type="http://schemas.openxmlformats.org/officeDocument/2006/relationships/image" Target="../media/image3.png"/><Relationship Id="rId16" Type="http://schemas.openxmlformats.org/officeDocument/2006/relationships/customXml" Target="../ink/ink6.xml"/><Relationship Id="rId20" Type="http://schemas.openxmlformats.org/officeDocument/2006/relationships/customXml" Target="../ink/ink8.xml"/><Relationship Id="rId29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.xml"/><Relationship Id="rId11" Type="http://schemas.openxmlformats.org/officeDocument/2006/relationships/image" Target="../media/image9.png"/><Relationship Id="rId24" Type="http://schemas.openxmlformats.org/officeDocument/2006/relationships/customXml" Target="../ink/ink10.xml"/><Relationship Id="rId5" Type="http://schemas.openxmlformats.org/officeDocument/2006/relationships/image" Target="../media/image6.png"/><Relationship Id="rId15" Type="http://schemas.openxmlformats.org/officeDocument/2006/relationships/image" Target="../media/image11.png"/><Relationship Id="rId23" Type="http://schemas.openxmlformats.org/officeDocument/2006/relationships/image" Target="../media/image15.png"/><Relationship Id="rId28" Type="http://schemas.openxmlformats.org/officeDocument/2006/relationships/customXml" Target="../ink/ink12.xml"/><Relationship Id="rId10" Type="http://schemas.openxmlformats.org/officeDocument/2006/relationships/customXml" Target="../ink/ink3.xml"/><Relationship Id="rId19" Type="http://schemas.openxmlformats.org/officeDocument/2006/relationships/image" Target="../media/image13.png"/><Relationship Id="rId31" Type="http://schemas.openxmlformats.org/officeDocument/2006/relationships/image" Target="../media/image19.png"/><Relationship Id="rId4" Type="http://schemas.openxmlformats.org/officeDocument/2006/relationships/image" Target="../media/image5.png"/><Relationship Id="rId9" Type="http://schemas.openxmlformats.org/officeDocument/2006/relationships/image" Target="../media/image8.png"/><Relationship Id="rId14" Type="http://schemas.openxmlformats.org/officeDocument/2006/relationships/customXml" Target="../ink/ink5.xml"/><Relationship Id="rId22" Type="http://schemas.openxmlformats.org/officeDocument/2006/relationships/customXml" Target="../ink/ink9.xml"/><Relationship Id="rId27" Type="http://schemas.openxmlformats.org/officeDocument/2006/relationships/image" Target="../media/image17.png"/><Relationship Id="rId30" Type="http://schemas.openxmlformats.org/officeDocument/2006/relationships/customXml" Target="../ink/ink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customXml" Target="../ink/ink18.xml"/><Relationship Id="rId18" Type="http://schemas.openxmlformats.org/officeDocument/2006/relationships/image" Target="../media/image31.png"/><Relationship Id="rId26" Type="http://schemas.openxmlformats.org/officeDocument/2006/relationships/image" Target="../media/image35.png"/><Relationship Id="rId39" Type="http://schemas.openxmlformats.org/officeDocument/2006/relationships/customXml" Target="../ink/ink31.xml"/><Relationship Id="rId21" Type="http://schemas.openxmlformats.org/officeDocument/2006/relationships/customXml" Target="../ink/ink22.xml"/><Relationship Id="rId34" Type="http://schemas.openxmlformats.org/officeDocument/2006/relationships/image" Target="../media/image39.png"/><Relationship Id="rId42" Type="http://schemas.openxmlformats.org/officeDocument/2006/relationships/image" Target="../media/image43.png"/><Relationship Id="rId7" Type="http://schemas.openxmlformats.org/officeDocument/2006/relationships/customXml" Target="../ink/ink15.xml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30.png"/><Relationship Id="rId20" Type="http://schemas.openxmlformats.org/officeDocument/2006/relationships/image" Target="../media/image32.png"/><Relationship Id="rId29" Type="http://schemas.openxmlformats.org/officeDocument/2006/relationships/customXml" Target="../ink/ink26.xml"/><Relationship Id="rId41" Type="http://schemas.openxmlformats.org/officeDocument/2006/relationships/customXml" Target="../ink/ink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11" Type="http://schemas.openxmlformats.org/officeDocument/2006/relationships/customXml" Target="../ink/ink17.xml"/><Relationship Id="rId24" Type="http://schemas.openxmlformats.org/officeDocument/2006/relationships/image" Target="../media/image34.png"/><Relationship Id="rId32" Type="http://schemas.openxmlformats.org/officeDocument/2006/relationships/image" Target="../media/image38.png"/><Relationship Id="rId37" Type="http://schemas.openxmlformats.org/officeDocument/2006/relationships/customXml" Target="../ink/ink30.xml"/><Relationship Id="rId40" Type="http://schemas.openxmlformats.org/officeDocument/2006/relationships/image" Target="../media/image42.png"/><Relationship Id="rId5" Type="http://schemas.openxmlformats.org/officeDocument/2006/relationships/customXml" Target="../ink/ink14.xml"/><Relationship Id="rId15" Type="http://schemas.openxmlformats.org/officeDocument/2006/relationships/customXml" Target="../ink/ink19.xml"/><Relationship Id="rId23" Type="http://schemas.openxmlformats.org/officeDocument/2006/relationships/customXml" Target="../ink/ink23.xml"/><Relationship Id="rId28" Type="http://schemas.openxmlformats.org/officeDocument/2006/relationships/image" Target="../media/image36.png"/><Relationship Id="rId36" Type="http://schemas.openxmlformats.org/officeDocument/2006/relationships/image" Target="../media/image40.png"/><Relationship Id="rId10" Type="http://schemas.openxmlformats.org/officeDocument/2006/relationships/image" Target="../media/image27.png"/><Relationship Id="rId19" Type="http://schemas.openxmlformats.org/officeDocument/2006/relationships/customXml" Target="../ink/ink21.xml"/><Relationship Id="rId31" Type="http://schemas.openxmlformats.org/officeDocument/2006/relationships/customXml" Target="../ink/ink27.xml"/><Relationship Id="rId4" Type="http://schemas.openxmlformats.org/officeDocument/2006/relationships/image" Target="../media/image23.png"/><Relationship Id="rId9" Type="http://schemas.openxmlformats.org/officeDocument/2006/relationships/customXml" Target="../ink/ink16.xml"/><Relationship Id="rId14" Type="http://schemas.openxmlformats.org/officeDocument/2006/relationships/image" Target="../media/image29.png"/><Relationship Id="rId22" Type="http://schemas.openxmlformats.org/officeDocument/2006/relationships/image" Target="../media/image33.png"/><Relationship Id="rId27" Type="http://schemas.openxmlformats.org/officeDocument/2006/relationships/customXml" Target="../ink/ink25.xml"/><Relationship Id="rId30" Type="http://schemas.openxmlformats.org/officeDocument/2006/relationships/image" Target="../media/image37.png"/><Relationship Id="rId35" Type="http://schemas.openxmlformats.org/officeDocument/2006/relationships/customXml" Target="../ink/ink29.xml"/><Relationship Id="rId43" Type="http://schemas.openxmlformats.org/officeDocument/2006/relationships/customXml" Target="../ink/ink33.xml"/><Relationship Id="rId8" Type="http://schemas.openxmlformats.org/officeDocument/2006/relationships/image" Target="../media/image26.png"/><Relationship Id="rId3" Type="http://schemas.openxmlformats.org/officeDocument/2006/relationships/image" Target="../media/image24.png"/><Relationship Id="rId12" Type="http://schemas.openxmlformats.org/officeDocument/2006/relationships/image" Target="../media/image28.png"/><Relationship Id="rId17" Type="http://schemas.openxmlformats.org/officeDocument/2006/relationships/customXml" Target="../ink/ink20.xml"/><Relationship Id="rId25" Type="http://schemas.openxmlformats.org/officeDocument/2006/relationships/customXml" Target="../ink/ink24.xml"/><Relationship Id="rId33" Type="http://schemas.openxmlformats.org/officeDocument/2006/relationships/customXml" Target="../ink/ink28.xml"/><Relationship Id="rId38" Type="http://schemas.openxmlformats.org/officeDocument/2006/relationships/image" Target="../media/image4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ustomXml" Target="../ink/ink34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customXml" Target="../ink/ink35.xml"/><Relationship Id="rId4" Type="http://schemas.openxmlformats.org/officeDocument/2006/relationships/image" Target="../media/image44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타원 26">
            <a:extLst>
              <a:ext uri="{FF2B5EF4-FFF2-40B4-BE49-F238E27FC236}">
                <a16:creationId xmlns:a16="http://schemas.microsoft.com/office/drawing/2014/main" id="{4E298402-2308-D153-8B7A-1E4E43A801C2}"/>
              </a:ext>
            </a:extLst>
          </p:cNvPr>
          <p:cNvSpPr/>
          <p:nvPr/>
        </p:nvSpPr>
        <p:spPr>
          <a:xfrm>
            <a:off x="4030011" y="1007297"/>
            <a:ext cx="3420000" cy="342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2D7326DB-8565-6731-7B4F-29E6BB66BCA6}"/>
              </a:ext>
            </a:extLst>
          </p:cNvPr>
          <p:cNvSpPr/>
          <p:nvPr/>
        </p:nvSpPr>
        <p:spPr>
          <a:xfrm>
            <a:off x="5152930" y="2163780"/>
            <a:ext cx="1041149" cy="1041148"/>
          </a:xfrm>
          <a:prstGeom prst="round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C4BA13C8-21A7-DD7D-448F-8868ED683D92}"/>
              </a:ext>
            </a:extLst>
          </p:cNvPr>
          <p:cNvGrpSpPr/>
          <p:nvPr/>
        </p:nvGrpSpPr>
        <p:grpSpPr>
          <a:xfrm rot="1480198">
            <a:off x="5580537" y="952498"/>
            <a:ext cx="3012560" cy="2707724"/>
            <a:chOff x="5251010" y="401641"/>
            <a:chExt cx="3012560" cy="2707724"/>
          </a:xfrm>
        </p:grpSpPr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FBCBCA0C-05E1-AE25-521B-962A849AD840}"/>
                </a:ext>
              </a:extLst>
            </p:cNvPr>
            <p:cNvGrpSpPr/>
            <p:nvPr/>
          </p:nvGrpSpPr>
          <p:grpSpPr>
            <a:xfrm>
              <a:off x="5251010" y="2047701"/>
              <a:ext cx="2046082" cy="1061664"/>
              <a:chOff x="5251010" y="2047701"/>
              <a:chExt cx="2046082" cy="1061664"/>
            </a:xfrm>
          </p:grpSpPr>
          <p:sp>
            <p:nvSpPr>
              <p:cNvPr id="3" name="사각형: 둥근 모서리 2">
                <a:extLst>
                  <a:ext uri="{FF2B5EF4-FFF2-40B4-BE49-F238E27FC236}">
                    <a16:creationId xmlns:a16="http://schemas.microsoft.com/office/drawing/2014/main" id="{36D768B6-3F8D-29F0-BF14-F31F31E93073}"/>
                  </a:ext>
                </a:extLst>
              </p:cNvPr>
              <p:cNvSpPr/>
              <p:nvPr/>
            </p:nvSpPr>
            <p:spPr>
              <a:xfrm rot="19806311">
                <a:off x="5350597" y="2047701"/>
                <a:ext cx="1946495" cy="57942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" name="타원 4">
                <a:extLst>
                  <a:ext uri="{FF2B5EF4-FFF2-40B4-BE49-F238E27FC236}">
                    <a16:creationId xmlns:a16="http://schemas.microsoft.com/office/drawing/2014/main" id="{26822CDE-DEEE-70B3-62CC-EE866996ADAF}"/>
                  </a:ext>
                </a:extLst>
              </p:cNvPr>
              <p:cNvSpPr/>
              <p:nvPr/>
            </p:nvSpPr>
            <p:spPr>
              <a:xfrm>
                <a:off x="5251010" y="2263365"/>
                <a:ext cx="844990" cy="846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0DAC0E10-092C-7C1F-DFB3-1CEB062D07F9}"/>
                </a:ext>
              </a:extLst>
            </p:cNvPr>
            <p:cNvGrpSpPr/>
            <p:nvPr/>
          </p:nvGrpSpPr>
          <p:grpSpPr>
            <a:xfrm rot="1618660">
              <a:off x="6992952" y="401641"/>
              <a:ext cx="1270618" cy="2070610"/>
              <a:chOff x="6498880" y="345157"/>
              <a:chExt cx="1270618" cy="2070610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76B641C0-4AE2-24CF-F94F-0917216AD6F1}"/>
                  </a:ext>
                </a:extLst>
              </p:cNvPr>
              <p:cNvSpPr/>
              <p:nvPr/>
            </p:nvSpPr>
            <p:spPr>
              <a:xfrm rot="18501142">
                <a:off x="6506539" y="1028694"/>
                <a:ext cx="1946495" cy="579422"/>
              </a:xfrm>
              <a:prstGeom prst="round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타원 10">
                <a:extLst>
                  <a:ext uri="{FF2B5EF4-FFF2-40B4-BE49-F238E27FC236}">
                    <a16:creationId xmlns:a16="http://schemas.microsoft.com/office/drawing/2014/main" id="{92673733-E786-0CB2-88FC-94C24418622C}"/>
                  </a:ext>
                </a:extLst>
              </p:cNvPr>
              <p:cNvSpPr/>
              <p:nvPr/>
            </p:nvSpPr>
            <p:spPr>
              <a:xfrm>
                <a:off x="6498880" y="1597593"/>
                <a:ext cx="844990" cy="818174"/>
              </a:xfrm>
              <a:prstGeom prst="ellipse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12" name="타원 11">
            <a:extLst>
              <a:ext uri="{FF2B5EF4-FFF2-40B4-BE49-F238E27FC236}">
                <a16:creationId xmlns:a16="http://schemas.microsoft.com/office/drawing/2014/main" id="{F97FA599-DCE1-0E8F-A989-D468703DDFC3}"/>
              </a:ext>
            </a:extLst>
          </p:cNvPr>
          <p:cNvSpPr/>
          <p:nvPr/>
        </p:nvSpPr>
        <p:spPr>
          <a:xfrm>
            <a:off x="3063504" y="74354"/>
            <a:ext cx="5220000" cy="52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8B60180D-25EC-CC2F-1DD8-8538DBE8C7BA}"/>
              </a:ext>
            </a:extLst>
          </p:cNvPr>
          <p:cNvSpPr/>
          <p:nvPr/>
        </p:nvSpPr>
        <p:spPr>
          <a:xfrm>
            <a:off x="7235190" y="2427954"/>
            <a:ext cx="323273" cy="295563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AFDEF24B-222D-73FF-67D0-F44828FEAB74}"/>
              </a:ext>
            </a:extLst>
          </p:cNvPr>
          <p:cNvSpPr/>
          <p:nvPr/>
        </p:nvSpPr>
        <p:spPr>
          <a:xfrm>
            <a:off x="8142553" y="2400874"/>
            <a:ext cx="361732" cy="349721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16E75103-AECA-B1E2-3EB7-D3128B664C9C}"/>
              </a:ext>
            </a:extLst>
          </p:cNvPr>
          <p:cNvSpPr/>
          <p:nvPr/>
        </p:nvSpPr>
        <p:spPr>
          <a:xfrm>
            <a:off x="5686826" y="982698"/>
            <a:ext cx="3420000" cy="343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E7C53363-0CBB-F16B-E1FE-6E747C763F5F}"/>
              </a:ext>
            </a:extLst>
          </p:cNvPr>
          <p:cNvSpPr/>
          <p:nvPr/>
        </p:nvSpPr>
        <p:spPr>
          <a:xfrm>
            <a:off x="8739930" y="2241039"/>
            <a:ext cx="725041" cy="743780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07513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1AC32-773D-9774-497F-D534EE071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타원 26">
            <a:extLst>
              <a:ext uri="{FF2B5EF4-FFF2-40B4-BE49-F238E27FC236}">
                <a16:creationId xmlns:a16="http://schemas.microsoft.com/office/drawing/2014/main" id="{E585EF88-3124-ABF0-42D0-598A49C97956}"/>
              </a:ext>
            </a:extLst>
          </p:cNvPr>
          <p:cNvSpPr/>
          <p:nvPr/>
        </p:nvSpPr>
        <p:spPr>
          <a:xfrm>
            <a:off x="4030011" y="1007297"/>
            <a:ext cx="3420000" cy="342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70B3840B-8463-FFDC-D70D-3D8DE8714BD9}"/>
              </a:ext>
            </a:extLst>
          </p:cNvPr>
          <p:cNvSpPr/>
          <p:nvPr/>
        </p:nvSpPr>
        <p:spPr>
          <a:xfrm>
            <a:off x="5152930" y="2163780"/>
            <a:ext cx="1041149" cy="1041148"/>
          </a:xfrm>
          <a:prstGeom prst="round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C4687ECD-4129-69B3-77F0-768921D8B8FD}"/>
              </a:ext>
            </a:extLst>
          </p:cNvPr>
          <p:cNvGrpSpPr/>
          <p:nvPr/>
        </p:nvGrpSpPr>
        <p:grpSpPr>
          <a:xfrm rot="1480198">
            <a:off x="5269432" y="2375180"/>
            <a:ext cx="3532193" cy="1330642"/>
            <a:chOff x="5251010" y="1778723"/>
            <a:chExt cx="3532193" cy="1330642"/>
          </a:xfrm>
        </p:grpSpPr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E1B12D1C-EF80-FE55-802B-89B8CC925DD2}"/>
                </a:ext>
              </a:extLst>
            </p:cNvPr>
            <p:cNvGrpSpPr/>
            <p:nvPr/>
          </p:nvGrpSpPr>
          <p:grpSpPr>
            <a:xfrm>
              <a:off x="5251010" y="2047701"/>
              <a:ext cx="2046082" cy="1061664"/>
              <a:chOff x="5251010" y="2047701"/>
              <a:chExt cx="2046082" cy="1061664"/>
            </a:xfrm>
          </p:grpSpPr>
          <p:sp>
            <p:nvSpPr>
              <p:cNvPr id="3" name="사각형: 둥근 모서리 2">
                <a:extLst>
                  <a:ext uri="{FF2B5EF4-FFF2-40B4-BE49-F238E27FC236}">
                    <a16:creationId xmlns:a16="http://schemas.microsoft.com/office/drawing/2014/main" id="{A829E2E9-B455-2263-2BD2-2C840C479B68}"/>
                  </a:ext>
                </a:extLst>
              </p:cNvPr>
              <p:cNvSpPr/>
              <p:nvPr/>
            </p:nvSpPr>
            <p:spPr>
              <a:xfrm rot="19806311">
                <a:off x="5350597" y="2047701"/>
                <a:ext cx="1946495" cy="57942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" name="타원 4">
                <a:extLst>
                  <a:ext uri="{FF2B5EF4-FFF2-40B4-BE49-F238E27FC236}">
                    <a16:creationId xmlns:a16="http://schemas.microsoft.com/office/drawing/2014/main" id="{68A18CFF-C00F-9677-1C08-73D8289AEE8B}"/>
                  </a:ext>
                </a:extLst>
              </p:cNvPr>
              <p:cNvSpPr/>
              <p:nvPr/>
            </p:nvSpPr>
            <p:spPr>
              <a:xfrm>
                <a:off x="5251010" y="2263365"/>
                <a:ext cx="844990" cy="846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5CD3515D-ECD3-7869-E932-64F2723F9717}"/>
                </a:ext>
              </a:extLst>
            </p:cNvPr>
            <p:cNvGrpSpPr/>
            <p:nvPr/>
          </p:nvGrpSpPr>
          <p:grpSpPr>
            <a:xfrm rot="1618660">
              <a:off x="6565721" y="1778723"/>
              <a:ext cx="2217482" cy="1222168"/>
              <a:chOff x="6498880" y="1597593"/>
              <a:chExt cx="2217482" cy="1222168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170D8A81-36E4-E621-21EF-4F6CEB02B6D8}"/>
                  </a:ext>
                </a:extLst>
              </p:cNvPr>
              <p:cNvSpPr/>
              <p:nvPr/>
            </p:nvSpPr>
            <p:spPr>
              <a:xfrm rot="2014633">
                <a:off x="6769867" y="2240339"/>
                <a:ext cx="1946495" cy="579422"/>
              </a:xfrm>
              <a:prstGeom prst="roundRect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타원 10">
                <a:extLst>
                  <a:ext uri="{FF2B5EF4-FFF2-40B4-BE49-F238E27FC236}">
                    <a16:creationId xmlns:a16="http://schemas.microsoft.com/office/drawing/2014/main" id="{FC0B5D4A-A702-008D-6746-1855075E200A}"/>
                  </a:ext>
                </a:extLst>
              </p:cNvPr>
              <p:cNvSpPr/>
              <p:nvPr/>
            </p:nvSpPr>
            <p:spPr>
              <a:xfrm>
                <a:off x="6498880" y="1597593"/>
                <a:ext cx="844990" cy="818174"/>
              </a:xfrm>
              <a:prstGeom prst="ellipse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12" name="타원 11">
            <a:extLst>
              <a:ext uri="{FF2B5EF4-FFF2-40B4-BE49-F238E27FC236}">
                <a16:creationId xmlns:a16="http://schemas.microsoft.com/office/drawing/2014/main" id="{90641D22-7254-884C-B747-283AF65A5465}"/>
              </a:ext>
            </a:extLst>
          </p:cNvPr>
          <p:cNvSpPr/>
          <p:nvPr/>
        </p:nvSpPr>
        <p:spPr>
          <a:xfrm>
            <a:off x="3063504" y="74354"/>
            <a:ext cx="5220000" cy="52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0929A510-1B4D-209B-32AB-6D9824AB263F}"/>
              </a:ext>
            </a:extLst>
          </p:cNvPr>
          <p:cNvSpPr/>
          <p:nvPr/>
        </p:nvSpPr>
        <p:spPr>
          <a:xfrm>
            <a:off x="7235190" y="2427954"/>
            <a:ext cx="323273" cy="295563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EB520351-C6A7-38BA-CE07-B890879C9796}"/>
              </a:ext>
            </a:extLst>
          </p:cNvPr>
          <p:cNvSpPr/>
          <p:nvPr/>
        </p:nvSpPr>
        <p:spPr>
          <a:xfrm>
            <a:off x="8142553" y="2400874"/>
            <a:ext cx="361732" cy="349721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4A82D7E4-C49A-109E-3F6F-8045CE59DF43}"/>
              </a:ext>
            </a:extLst>
          </p:cNvPr>
          <p:cNvSpPr/>
          <p:nvPr/>
        </p:nvSpPr>
        <p:spPr>
          <a:xfrm>
            <a:off x="5686826" y="982698"/>
            <a:ext cx="3420000" cy="343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CED5562F-60DE-99CB-72A3-33CC7B21DB35}"/>
              </a:ext>
            </a:extLst>
          </p:cNvPr>
          <p:cNvSpPr/>
          <p:nvPr/>
        </p:nvSpPr>
        <p:spPr>
          <a:xfrm>
            <a:off x="7197881" y="4044475"/>
            <a:ext cx="725041" cy="74378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22909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FFB56-C8CC-E1B2-A9AC-6644C4633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타원 26">
            <a:extLst>
              <a:ext uri="{FF2B5EF4-FFF2-40B4-BE49-F238E27FC236}">
                <a16:creationId xmlns:a16="http://schemas.microsoft.com/office/drawing/2014/main" id="{246D079A-E247-AF14-18A8-91D809C51BB3}"/>
              </a:ext>
            </a:extLst>
          </p:cNvPr>
          <p:cNvSpPr/>
          <p:nvPr/>
        </p:nvSpPr>
        <p:spPr>
          <a:xfrm>
            <a:off x="4030011" y="1007297"/>
            <a:ext cx="3420000" cy="342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A8A8FA6F-5A10-2A6B-7388-E6BAB4B359A7}"/>
              </a:ext>
            </a:extLst>
          </p:cNvPr>
          <p:cNvSpPr/>
          <p:nvPr/>
        </p:nvSpPr>
        <p:spPr>
          <a:xfrm>
            <a:off x="5152930" y="2163780"/>
            <a:ext cx="1041149" cy="1041148"/>
          </a:xfrm>
          <a:prstGeom prst="round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4F58E772-2B13-F69F-E63E-520F21FC2DCA}"/>
              </a:ext>
            </a:extLst>
          </p:cNvPr>
          <p:cNvGrpSpPr/>
          <p:nvPr/>
        </p:nvGrpSpPr>
        <p:grpSpPr>
          <a:xfrm rot="1480198">
            <a:off x="5269432" y="2375180"/>
            <a:ext cx="3532193" cy="1330642"/>
            <a:chOff x="5251010" y="1778723"/>
            <a:chExt cx="3532193" cy="1330642"/>
          </a:xfrm>
        </p:grpSpPr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E502BF35-C389-2514-47DA-5D9F7C4E5D6D}"/>
                </a:ext>
              </a:extLst>
            </p:cNvPr>
            <p:cNvGrpSpPr/>
            <p:nvPr/>
          </p:nvGrpSpPr>
          <p:grpSpPr>
            <a:xfrm>
              <a:off x="5251010" y="2047701"/>
              <a:ext cx="2046082" cy="1061664"/>
              <a:chOff x="5251010" y="2047701"/>
              <a:chExt cx="2046082" cy="1061664"/>
            </a:xfrm>
          </p:grpSpPr>
          <p:sp>
            <p:nvSpPr>
              <p:cNvPr id="3" name="사각형: 둥근 모서리 2">
                <a:extLst>
                  <a:ext uri="{FF2B5EF4-FFF2-40B4-BE49-F238E27FC236}">
                    <a16:creationId xmlns:a16="http://schemas.microsoft.com/office/drawing/2014/main" id="{9EF8DB2F-91B4-F681-5862-3791F92F671E}"/>
                  </a:ext>
                </a:extLst>
              </p:cNvPr>
              <p:cNvSpPr/>
              <p:nvPr/>
            </p:nvSpPr>
            <p:spPr>
              <a:xfrm rot="19806311">
                <a:off x="5350597" y="2047701"/>
                <a:ext cx="1946495" cy="57942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" name="타원 4">
                <a:extLst>
                  <a:ext uri="{FF2B5EF4-FFF2-40B4-BE49-F238E27FC236}">
                    <a16:creationId xmlns:a16="http://schemas.microsoft.com/office/drawing/2014/main" id="{FD31CCFE-8C56-0324-3A2D-D48EA564E4E2}"/>
                  </a:ext>
                </a:extLst>
              </p:cNvPr>
              <p:cNvSpPr/>
              <p:nvPr/>
            </p:nvSpPr>
            <p:spPr>
              <a:xfrm>
                <a:off x="5251010" y="2263365"/>
                <a:ext cx="844990" cy="846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D58B1428-DBB2-4868-A722-E1F9763B76BB}"/>
                </a:ext>
              </a:extLst>
            </p:cNvPr>
            <p:cNvGrpSpPr/>
            <p:nvPr/>
          </p:nvGrpSpPr>
          <p:grpSpPr>
            <a:xfrm rot="1618660">
              <a:off x="6565721" y="1778723"/>
              <a:ext cx="2217482" cy="1222168"/>
              <a:chOff x="6498880" y="1597593"/>
              <a:chExt cx="2217482" cy="1222168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6A4F288E-A43B-12BB-9CCB-DE56D43BEF2D}"/>
                  </a:ext>
                </a:extLst>
              </p:cNvPr>
              <p:cNvSpPr/>
              <p:nvPr/>
            </p:nvSpPr>
            <p:spPr>
              <a:xfrm rot="2014633">
                <a:off x="6769867" y="2240339"/>
                <a:ext cx="1946495" cy="579422"/>
              </a:xfrm>
              <a:prstGeom prst="round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타원 10">
                <a:extLst>
                  <a:ext uri="{FF2B5EF4-FFF2-40B4-BE49-F238E27FC236}">
                    <a16:creationId xmlns:a16="http://schemas.microsoft.com/office/drawing/2014/main" id="{5E0A8545-2C20-3BFB-9BE0-0E3BB7F7339E}"/>
                  </a:ext>
                </a:extLst>
              </p:cNvPr>
              <p:cNvSpPr/>
              <p:nvPr/>
            </p:nvSpPr>
            <p:spPr>
              <a:xfrm>
                <a:off x="6498880" y="1597593"/>
                <a:ext cx="844990" cy="818174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12" name="타원 11">
            <a:extLst>
              <a:ext uri="{FF2B5EF4-FFF2-40B4-BE49-F238E27FC236}">
                <a16:creationId xmlns:a16="http://schemas.microsoft.com/office/drawing/2014/main" id="{4031F8D4-3F07-902B-5746-8D4F5C4D0692}"/>
              </a:ext>
            </a:extLst>
          </p:cNvPr>
          <p:cNvSpPr/>
          <p:nvPr/>
        </p:nvSpPr>
        <p:spPr>
          <a:xfrm>
            <a:off x="3063504" y="74354"/>
            <a:ext cx="5220000" cy="52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41F106BE-27EA-86B2-3DAF-A14150E5BFC7}"/>
              </a:ext>
            </a:extLst>
          </p:cNvPr>
          <p:cNvSpPr/>
          <p:nvPr/>
        </p:nvSpPr>
        <p:spPr>
          <a:xfrm>
            <a:off x="7235190" y="2427954"/>
            <a:ext cx="323273" cy="295563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49F46AD2-68CE-3945-0BBA-09D30552FB52}"/>
              </a:ext>
            </a:extLst>
          </p:cNvPr>
          <p:cNvSpPr/>
          <p:nvPr/>
        </p:nvSpPr>
        <p:spPr>
          <a:xfrm>
            <a:off x="8142553" y="2400874"/>
            <a:ext cx="361732" cy="349721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400CBE77-ECC3-D839-34A4-C7B8A784FCC1}"/>
              </a:ext>
            </a:extLst>
          </p:cNvPr>
          <p:cNvSpPr/>
          <p:nvPr/>
        </p:nvSpPr>
        <p:spPr>
          <a:xfrm>
            <a:off x="5686826" y="982698"/>
            <a:ext cx="3420000" cy="343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01C3DA6C-B217-B88E-D7DA-6DD28452AFC3}"/>
              </a:ext>
            </a:extLst>
          </p:cNvPr>
          <p:cNvSpPr/>
          <p:nvPr/>
        </p:nvSpPr>
        <p:spPr>
          <a:xfrm>
            <a:off x="7197881" y="4044475"/>
            <a:ext cx="725041" cy="74378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60821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BBC61-D140-0EBF-5CEC-37099E4BE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타원 26">
            <a:extLst>
              <a:ext uri="{FF2B5EF4-FFF2-40B4-BE49-F238E27FC236}">
                <a16:creationId xmlns:a16="http://schemas.microsoft.com/office/drawing/2014/main" id="{B2A32DD4-05E0-3E0C-EF5B-8F643A39827E}"/>
              </a:ext>
            </a:extLst>
          </p:cNvPr>
          <p:cNvSpPr/>
          <p:nvPr/>
        </p:nvSpPr>
        <p:spPr>
          <a:xfrm>
            <a:off x="4030011" y="1007297"/>
            <a:ext cx="3420000" cy="342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CD5728C-BF0A-4D02-6225-FBE73E0DA6E2}"/>
              </a:ext>
            </a:extLst>
          </p:cNvPr>
          <p:cNvSpPr/>
          <p:nvPr/>
        </p:nvSpPr>
        <p:spPr>
          <a:xfrm>
            <a:off x="5152930" y="2163780"/>
            <a:ext cx="1041149" cy="1041148"/>
          </a:xfrm>
          <a:prstGeom prst="round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D1F6B48-8C56-ECDB-0EB2-A0810576B024}"/>
              </a:ext>
            </a:extLst>
          </p:cNvPr>
          <p:cNvGrpSpPr/>
          <p:nvPr/>
        </p:nvGrpSpPr>
        <p:grpSpPr>
          <a:xfrm rot="9124632">
            <a:off x="2883710" y="2913352"/>
            <a:ext cx="3532193" cy="1330642"/>
            <a:chOff x="5251010" y="1778723"/>
            <a:chExt cx="3532193" cy="1330642"/>
          </a:xfrm>
        </p:grpSpPr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5E95AD6D-3D2E-C21A-88FA-CA587171F760}"/>
                </a:ext>
              </a:extLst>
            </p:cNvPr>
            <p:cNvGrpSpPr/>
            <p:nvPr/>
          </p:nvGrpSpPr>
          <p:grpSpPr>
            <a:xfrm>
              <a:off x="5251010" y="2047701"/>
              <a:ext cx="2046082" cy="1061664"/>
              <a:chOff x="5251010" y="2047701"/>
              <a:chExt cx="2046082" cy="1061664"/>
            </a:xfrm>
          </p:grpSpPr>
          <p:sp>
            <p:nvSpPr>
              <p:cNvPr id="3" name="사각형: 둥근 모서리 2">
                <a:extLst>
                  <a:ext uri="{FF2B5EF4-FFF2-40B4-BE49-F238E27FC236}">
                    <a16:creationId xmlns:a16="http://schemas.microsoft.com/office/drawing/2014/main" id="{33326427-01B8-3156-B772-9D2A290FC6FC}"/>
                  </a:ext>
                </a:extLst>
              </p:cNvPr>
              <p:cNvSpPr/>
              <p:nvPr/>
            </p:nvSpPr>
            <p:spPr>
              <a:xfrm rot="19806311">
                <a:off x="5350597" y="2047701"/>
                <a:ext cx="1946495" cy="57942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" name="타원 4">
                <a:extLst>
                  <a:ext uri="{FF2B5EF4-FFF2-40B4-BE49-F238E27FC236}">
                    <a16:creationId xmlns:a16="http://schemas.microsoft.com/office/drawing/2014/main" id="{E431B7F2-3342-10CE-8348-A21EB12745F2}"/>
                  </a:ext>
                </a:extLst>
              </p:cNvPr>
              <p:cNvSpPr/>
              <p:nvPr/>
            </p:nvSpPr>
            <p:spPr>
              <a:xfrm>
                <a:off x="5251010" y="2263365"/>
                <a:ext cx="844990" cy="846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66EC479E-02E6-C3A2-9A68-D39BD062482B}"/>
                </a:ext>
              </a:extLst>
            </p:cNvPr>
            <p:cNvGrpSpPr/>
            <p:nvPr/>
          </p:nvGrpSpPr>
          <p:grpSpPr>
            <a:xfrm rot="1618660">
              <a:off x="6565721" y="1778723"/>
              <a:ext cx="2217482" cy="1222168"/>
              <a:chOff x="6498880" y="1597593"/>
              <a:chExt cx="2217482" cy="1222168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224151B9-9568-BAE8-2486-C0B33B5A315F}"/>
                  </a:ext>
                </a:extLst>
              </p:cNvPr>
              <p:cNvSpPr/>
              <p:nvPr/>
            </p:nvSpPr>
            <p:spPr>
              <a:xfrm rot="2014633">
                <a:off x="6769867" y="2240339"/>
                <a:ext cx="1946495" cy="579422"/>
              </a:xfrm>
              <a:prstGeom prst="round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타원 10">
                <a:extLst>
                  <a:ext uri="{FF2B5EF4-FFF2-40B4-BE49-F238E27FC236}">
                    <a16:creationId xmlns:a16="http://schemas.microsoft.com/office/drawing/2014/main" id="{148490B4-A0E4-F6AD-4DBF-595D9CC045F7}"/>
                  </a:ext>
                </a:extLst>
              </p:cNvPr>
              <p:cNvSpPr/>
              <p:nvPr/>
            </p:nvSpPr>
            <p:spPr>
              <a:xfrm>
                <a:off x="6498880" y="1597593"/>
                <a:ext cx="844990" cy="818174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</p:grpSp>
      <p:sp>
        <p:nvSpPr>
          <p:cNvPr id="12" name="타원 11">
            <a:extLst>
              <a:ext uri="{FF2B5EF4-FFF2-40B4-BE49-F238E27FC236}">
                <a16:creationId xmlns:a16="http://schemas.microsoft.com/office/drawing/2014/main" id="{C9E16E33-965B-CEAE-96D3-6842B04A9765}"/>
              </a:ext>
            </a:extLst>
          </p:cNvPr>
          <p:cNvSpPr/>
          <p:nvPr/>
        </p:nvSpPr>
        <p:spPr>
          <a:xfrm>
            <a:off x="3063504" y="74354"/>
            <a:ext cx="5220000" cy="52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13FFF52A-E0C3-671E-A80D-AF882F6F55E0}"/>
              </a:ext>
            </a:extLst>
          </p:cNvPr>
          <p:cNvSpPr/>
          <p:nvPr/>
        </p:nvSpPr>
        <p:spPr>
          <a:xfrm>
            <a:off x="7283686" y="2472293"/>
            <a:ext cx="323273" cy="295563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29558B55-6476-6065-C0D8-CA1C0141B858}"/>
              </a:ext>
            </a:extLst>
          </p:cNvPr>
          <p:cNvSpPr/>
          <p:nvPr/>
        </p:nvSpPr>
        <p:spPr>
          <a:xfrm>
            <a:off x="8142553" y="2400874"/>
            <a:ext cx="361732" cy="349721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6674D856-BE34-4EDE-F78B-7A36CCAA25EF}"/>
              </a:ext>
            </a:extLst>
          </p:cNvPr>
          <p:cNvSpPr/>
          <p:nvPr/>
        </p:nvSpPr>
        <p:spPr>
          <a:xfrm>
            <a:off x="5673504" y="1000097"/>
            <a:ext cx="3420000" cy="343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FB27374-91F7-B043-B4E3-584F2FB7F4FA}"/>
              </a:ext>
            </a:extLst>
          </p:cNvPr>
          <p:cNvSpPr/>
          <p:nvPr/>
        </p:nvSpPr>
        <p:spPr>
          <a:xfrm>
            <a:off x="2773073" y="2684354"/>
            <a:ext cx="725041" cy="74378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2613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37A095BF-C68C-707B-3B7A-7A8EEF575B46}"/>
              </a:ext>
            </a:extLst>
          </p:cNvPr>
          <p:cNvGrpSpPr/>
          <p:nvPr/>
        </p:nvGrpSpPr>
        <p:grpSpPr>
          <a:xfrm>
            <a:off x="2459465" y="667502"/>
            <a:ext cx="6760735" cy="5522996"/>
            <a:chOff x="687845" y="2332129"/>
            <a:chExt cx="4308091" cy="3616228"/>
          </a:xfrm>
          <a:solidFill>
            <a:schemeClr val="bg1"/>
          </a:solidFill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2082C0DF-446A-36D0-6C3D-7659E874EA48}"/>
                </a:ext>
              </a:extLst>
            </p:cNvPr>
            <p:cNvSpPr/>
            <p:nvPr/>
          </p:nvSpPr>
          <p:spPr>
            <a:xfrm>
              <a:off x="2916560" y="4594635"/>
              <a:ext cx="862607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D07DE0D5-A71A-DEB5-15FC-0F134C1CA8B0}"/>
                </a:ext>
              </a:extLst>
            </p:cNvPr>
            <p:cNvSpPr/>
            <p:nvPr/>
          </p:nvSpPr>
          <p:spPr>
            <a:xfrm>
              <a:off x="1904213" y="4594635"/>
              <a:ext cx="862608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4" name="육각형 33">
              <a:extLst>
                <a:ext uri="{FF2B5EF4-FFF2-40B4-BE49-F238E27FC236}">
                  <a16:creationId xmlns:a16="http://schemas.microsoft.com/office/drawing/2014/main" id="{D71A7FD4-C99F-F98D-77AD-F1D30D2C5681}"/>
                </a:ext>
              </a:extLst>
            </p:cNvPr>
            <p:cNvSpPr/>
            <p:nvPr/>
          </p:nvSpPr>
          <p:spPr>
            <a:xfrm rot="5400000">
              <a:off x="1828993" y="3153455"/>
              <a:ext cx="2025000" cy="2025000"/>
            </a:xfrm>
            <a:prstGeom prst="hexagon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19520B86-B296-A924-90A9-91391B24C45D}"/>
                </a:ext>
              </a:extLst>
            </p:cNvPr>
            <p:cNvSpPr/>
            <p:nvPr/>
          </p:nvSpPr>
          <p:spPr>
            <a:xfrm rot="20011563">
              <a:off x="1973936" y="330560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FC3FC0A5-D8DA-C4C4-E60F-AEF4A851764C}"/>
                </a:ext>
              </a:extLst>
            </p:cNvPr>
            <p:cNvSpPr/>
            <p:nvPr/>
          </p:nvSpPr>
          <p:spPr>
            <a:xfrm rot="16200000">
              <a:off x="1424096" y="4098379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22BF9849-9396-2EDE-0E53-23C76DF7B5D2}"/>
                </a:ext>
              </a:extLst>
            </p:cNvPr>
            <p:cNvSpPr/>
            <p:nvPr/>
          </p:nvSpPr>
          <p:spPr>
            <a:xfrm rot="1599716">
              <a:off x="3008452" y="330754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5DBC48FE-F035-F92A-B3A0-D0E44F4AE569}"/>
                </a:ext>
              </a:extLst>
            </p:cNvPr>
            <p:cNvSpPr/>
            <p:nvPr/>
          </p:nvSpPr>
          <p:spPr>
            <a:xfrm rot="10800000">
              <a:off x="1979126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C18F527A-39C9-310A-4F3C-6775A70D538D}"/>
                </a:ext>
              </a:extLst>
            </p:cNvPr>
            <p:cNvSpPr/>
            <p:nvPr/>
          </p:nvSpPr>
          <p:spPr>
            <a:xfrm rot="10800000">
              <a:off x="2991473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BCB80CB6-2FDD-5335-E155-BD1D46889CC5}"/>
                </a:ext>
              </a:extLst>
            </p:cNvPr>
            <p:cNvSpPr/>
            <p:nvPr/>
          </p:nvSpPr>
          <p:spPr>
            <a:xfrm>
              <a:off x="1904213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8EB7F179-8494-E055-A2E2-8F25FE357712}"/>
                </a:ext>
              </a:extLst>
            </p:cNvPr>
            <p:cNvSpPr/>
            <p:nvPr/>
          </p:nvSpPr>
          <p:spPr>
            <a:xfrm>
              <a:off x="1991300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3588A89B-A2A0-E429-40F9-C8FA14043907}"/>
                </a:ext>
              </a:extLst>
            </p:cNvPr>
            <p:cNvSpPr/>
            <p:nvPr/>
          </p:nvSpPr>
          <p:spPr>
            <a:xfrm>
              <a:off x="2386065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464AEFD8-416B-F82F-0DB2-F5BE49BCB8C6}"/>
                </a:ext>
              </a:extLst>
            </p:cNvPr>
            <p:cNvSpPr/>
            <p:nvPr/>
          </p:nvSpPr>
          <p:spPr>
            <a:xfrm>
              <a:off x="2916560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F91546A6-2C55-8BD8-713E-FF122D72C797}"/>
                </a:ext>
              </a:extLst>
            </p:cNvPr>
            <p:cNvSpPr/>
            <p:nvPr/>
          </p:nvSpPr>
          <p:spPr>
            <a:xfrm>
              <a:off x="3003647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96F0EFB1-D3C3-34E5-CE95-D9363C61BC59}"/>
                </a:ext>
              </a:extLst>
            </p:cNvPr>
            <p:cNvSpPr/>
            <p:nvPr/>
          </p:nvSpPr>
          <p:spPr>
            <a:xfrm>
              <a:off x="3398412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E8272243-314E-AE58-4C39-03D102E98DB1}"/>
                </a:ext>
              </a:extLst>
            </p:cNvPr>
            <p:cNvSpPr/>
            <p:nvPr/>
          </p:nvSpPr>
          <p:spPr>
            <a:xfrm rot="16200000">
              <a:off x="3546904" y="4098380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F88C5AC1-0D9A-387E-CAF1-7C24E2489D51}"/>
                </a:ext>
              </a:extLst>
            </p:cNvPr>
            <p:cNvGrpSpPr/>
            <p:nvPr/>
          </p:nvGrpSpPr>
          <p:grpSpPr>
            <a:xfrm>
              <a:off x="687845" y="3625020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5" name="사각형: 둥근 모서리 64">
                <a:extLst>
                  <a:ext uri="{FF2B5EF4-FFF2-40B4-BE49-F238E27FC236}">
                    <a16:creationId xmlns:a16="http://schemas.microsoft.com/office/drawing/2014/main" id="{848D741A-57B8-7423-6F57-B93D62D7E004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6" name="타원 65">
                <a:extLst>
                  <a:ext uri="{FF2B5EF4-FFF2-40B4-BE49-F238E27FC236}">
                    <a16:creationId xmlns:a16="http://schemas.microsoft.com/office/drawing/2014/main" id="{144E0100-46F9-011A-58A4-9EBAEA710CCB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7" name="타원 66">
                <a:extLst>
                  <a:ext uri="{FF2B5EF4-FFF2-40B4-BE49-F238E27FC236}">
                    <a16:creationId xmlns:a16="http://schemas.microsoft.com/office/drawing/2014/main" id="{062C3F1D-0C32-1256-29F8-6D7DDF1D7A9E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A2BF593D-935A-15A8-0D8B-F141A6D2B8F9}"/>
                </a:ext>
              </a:extLst>
            </p:cNvPr>
            <p:cNvGrpSpPr/>
            <p:nvPr/>
          </p:nvGrpSpPr>
          <p:grpSpPr>
            <a:xfrm rot="20016713">
              <a:off x="1538337" y="2333321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2" name="사각형: 둥근 모서리 61">
                <a:extLst>
                  <a:ext uri="{FF2B5EF4-FFF2-40B4-BE49-F238E27FC236}">
                    <a16:creationId xmlns:a16="http://schemas.microsoft.com/office/drawing/2014/main" id="{859ED3EC-48E1-2FED-2F9D-01997F1DD5CD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3" name="타원 62">
                <a:extLst>
                  <a:ext uri="{FF2B5EF4-FFF2-40B4-BE49-F238E27FC236}">
                    <a16:creationId xmlns:a16="http://schemas.microsoft.com/office/drawing/2014/main" id="{E5B9F2CE-4A03-ECD0-26E6-9AE71191BF99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4" name="타원 63">
                <a:extLst>
                  <a:ext uri="{FF2B5EF4-FFF2-40B4-BE49-F238E27FC236}">
                    <a16:creationId xmlns:a16="http://schemas.microsoft.com/office/drawing/2014/main" id="{32D596C1-A5F1-D7D3-DDCA-845B13B03D4E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DBEC4C93-F789-E5EA-E7EE-F9C50E13A73B}"/>
                </a:ext>
              </a:extLst>
            </p:cNvPr>
            <p:cNvGrpSpPr/>
            <p:nvPr/>
          </p:nvGrpSpPr>
          <p:grpSpPr>
            <a:xfrm rot="1600827">
              <a:off x="3099458" y="2332129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8FB9DA81-0766-88E6-A499-C883086020AE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0" name="타원 59">
                <a:extLst>
                  <a:ext uri="{FF2B5EF4-FFF2-40B4-BE49-F238E27FC236}">
                    <a16:creationId xmlns:a16="http://schemas.microsoft.com/office/drawing/2014/main" id="{9F419CCC-0673-8761-8235-0A4A54339E61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1" name="타원 60">
                <a:extLst>
                  <a:ext uri="{FF2B5EF4-FFF2-40B4-BE49-F238E27FC236}">
                    <a16:creationId xmlns:a16="http://schemas.microsoft.com/office/drawing/2014/main" id="{4F771A56-4988-D57B-8499-F31F10FEBD78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97118D3A-D10D-B533-9B83-35E62B94434E}"/>
                </a:ext>
              </a:extLst>
            </p:cNvPr>
            <p:cNvGrpSpPr/>
            <p:nvPr/>
          </p:nvGrpSpPr>
          <p:grpSpPr>
            <a:xfrm>
              <a:off x="3951936" y="3625020"/>
              <a:ext cx="1044000" cy="1044000"/>
              <a:chOff x="691020" y="3625020"/>
              <a:chExt cx="1044000" cy="1044000"/>
            </a:xfrm>
            <a:grpFill/>
          </p:grpSpPr>
          <p:sp>
            <p:nvSpPr>
              <p:cNvPr id="56" name="사각형: 둥근 모서리 55">
                <a:extLst>
                  <a:ext uri="{FF2B5EF4-FFF2-40B4-BE49-F238E27FC236}">
                    <a16:creationId xmlns:a16="http://schemas.microsoft.com/office/drawing/2014/main" id="{CE5EA7C3-0EF3-FBEF-B4EB-DA657DE3F440}"/>
                  </a:ext>
                </a:extLst>
              </p:cNvPr>
              <p:cNvSpPr/>
              <p:nvPr/>
            </p:nvSpPr>
            <p:spPr>
              <a:xfrm>
                <a:off x="691020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7" name="타원 56">
                <a:extLst>
                  <a:ext uri="{FF2B5EF4-FFF2-40B4-BE49-F238E27FC236}">
                    <a16:creationId xmlns:a16="http://schemas.microsoft.com/office/drawing/2014/main" id="{849D33F3-1EA3-5C81-6FBF-474803083341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58" name="타원 57">
                <a:extLst>
                  <a:ext uri="{FF2B5EF4-FFF2-40B4-BE49-F238E27FC236}">
                    <a16:creationId xmlns:a16="http://schemas.microsoft.com/office/drawing/2014/main" id="{9DB39603-F8BB-E139-E455-C990053747CE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A7151A99-1A8F-EBC1-1433-3EB6484095B8}"/>
                </a:ext>
              </a:extLst>
            </p:cNvPr>
            <p:cNvSpPr/>
            <p:nvPr/>
          </p:nvSpPr>
          <p:spPr>
            <a:xfrm rot="10800000">
              <a:off x="197912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4B80C4AD-5DB8-8252-9AB6-86C77B74C3ED}"/>
                </a:ext>
              </a:extLst>
            </p:cNvPr>
            <p:cNvSpPr/>
            <p:nvPr/>
          </p:nvSpPr>
          <p:spPr>
            <a:xfrm rot="10800000">
              <a:off x="299398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</p:grpSp>
      <p:sp>
        <p:nvSpPr>
          <p:cNvPr id="68" name="타원 67">
            <a:extLst>
              <a:ext uri="{FF2B5EF4-FFF2-40B4-BE49-F238E27FC236}">
                <a16:creationId xmlns:a16="http://schemas.microsoft.com/office/drawing/2014/main" id="{A027533B-893C-8BC3-5D14-ACA87BC3AC0E}"/>
              </a:ext>
            </a:extLst>
          </p:cNvPr>
          <p:cNvSpPr/>
          <p:nvPr/>
        </p:nvSpPr>
        <p:spPr>
          <a:xfrm>
            <a:off x="3442224" y="3314776"/>
            <a:ext cx="318356" cy="306986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타원 68">
            <a:extLst>
              <a:ext uri="{FF2B5EF4-FFF2-40B4-BE49-F238E27FC236}">
                <a16:creationId xmlns:a16="http://schemas.microsoft.com/office/drawing/2014/main" id="{77E963A4-25A1-82CE-096C-2EEC6F8162BB}"/>
              </a:ext>
            </a:extLst>
          </p:cNvPr>
          <p:cNvSpPr/>
          <p:nvPr/>
        </p:nvSpPr>
        <p:spPr>
          <a:xfrm>
            <a:off x="4625065" y="3314776"/>
            <a:ext cx="318356" cy="306986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3D172F0A-1306-351D-B0BB-08B448D1C007}"/>
              </a:ext>
            </a:extLst>
          </p:cNvPr>
          <p:cNvCxnSpPr/>
          <p:nvPr/>
        </p:nvCxnSpPr>
        <p:spPr>
          <a:xfrm>
            <a:off x="3586216" y="3468269"/>
            <a:ext cx="11980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17164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983A9-5A90-1FAB-15EF-527DDE3A2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58BBDB05-6972-5E5B-4660-6F1BB54E0F62}"/>
              </a:ext>
            </a:extLst>
          </p:cNvPr>
          <p:cNvGrpSpPr/>
          <p:nvPr/>
        </p:nvGrpSpPr>
        <p:grpSpPr>
          <a:xfrm>
            <a:off x="2459465" y="667502"/>
            <a:ext cx="6760735" cy="5522996"/>
            <a:chOff x="687845" y="2332129"/>
            <a:chExt cx="4308091" cy="3616228"/>
          </a:xfrm>
          <a:solidFill>
            <a:schemeClr val="bg1"/>
          </a:solidFill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31E1DCB0-881E-5899-D200-A4A397A33E5F}"/>
                </a:ext>
              </a:extLst>
            </p:cNvPr>
            <p:cNvSpPr/>
            <p:nvPr/>
          </p:nvSpPr>
          <p:spPr>
            <a:xfrm>
              <a:off x="2916560" y="4594635"/>
              <a:ext cx="862607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7568E252-AC98-BFF4-7C80-32EF9CCC1130}"/>
                </a:ext>
              </a:extLst>
            </p:cNvPr>
            <p:cNvSpPr/>
            <p:nvPr/>
          </p:nvSpPr>
          <p:spPr>
            <a:xfrm>
              <a:off x="1904213" y="4594635"/>
              <a:ext cx="862608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4" name="육각형 33">
              <a:extLst>
                <a:ext uri="{FF2B5EF4-FFF2-40B4-BE49-F238E27FC236}">
                  <a16:creationId xmlns:a16="http://schemas.microsoft.com/office/drawing/2014/main" id="{1A33CF1F-DCEE-3FF2-AC41-B801698E9389}"/>
                </a:ext>
              </a:extLst>
            </p:cNvPr>
            <p:cNvSpPr/>
            <p:nvPr/>
          </p:nvSpPr>
          <p:spPr>
            <a:xfrm rot="5400000">
              <a:off x="1828993" y="3153455"/>
              <a:ext cx="2025000" cy="2025000"/>
            </a:xfrm>
            <a:prstGeom prst="hexagon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CC39FC0D-4CDC-07FC-CCA0-69046229FD32}"/>
                </a:ext>
              </a:extLst>
            </p:cNvPr>
            <p:cNvSpPr/>
            <p:nvPr/>
          </p:nvSpPr>
          <p:spPr>
            <a:xfrm rot="20011563">
              <a:off x="1973936" y="330560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EF27E842-265E-CD49-0B8B-D2E82DBF9FC6}"/>
                </a:ext>
              </a:extLst>
            </p:cNvPr>
            <p:cNvSpPr/>
            <p:nvPr/>
          </p:nvSpPr>
          <p:spPr>
            <a:xfrm rot="16200000">
              <a:off x="1424096" y="4098379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FBC014D7-75EA-AD04-8CC7-D60CB7D98524}"/>
                </a:ext>
              </a:extLst>
            </p:cNvPr>
            <p:cNvSpPr/>
            <p:nvPr/>
          </p:nvSpPr>
          <p:spPr>
            <a:xfrm rot="1599716">
              <a:off x="3008452" y="330754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711FB1F4-8A7A-8D99-A8CC-EFF182EE6820}"/>
                </a:ext>
              </a:extLst>
            </p:cNvPr>
            <p:cNvSpPr/>
            <p:nvPr/>
          </p:nvSpPr>
          <p:spPr>
            <a:xfrm rot="10800000">
              <a:off x="1979126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9C940EED-A48F-8647-57D6-E4ADC0A86B2D}"/>
                </a:ext>
              </a:extLst>
            </p:cNvPr>
            <p:cNvSpPr/>
            <p:nvPr/>
          </p:nvSpPr>
          <p:spPr>
            <a:xfrm rot="10800000">
              <a:off x="2991473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F576FAA5-D24B-A3F2-A382-17EDAA1D6667}"/>
                </a:ext>
              </a:extLst>
            </p:cNvPr>
            <p:cNvSpPr/>
            <p:nvPr/>
          </p:nvSpPr>
          <p:spPr>
            <a:xfrm>
              <a:off x="1904213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A5027E06-5A13-379E-B4EA-B9F392A119FD}"/>
                </a:ext>
              </a:extLst>
            </p:cNvPr>
            <p:cNvSpPr/>
            <p:nvPr/>
          </p:nvSpPr>
          <p:spPr>
            <a:xfrm>
              <a:off x="1991300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BA062A5C-6637-23C7-B341-017316B2BF7D}"/>
                </a:ext>
              </a:extLst>
            </p:cNvPr>
            <p:cNvSpPr/>
            <p:nvPr/>
          </p:nvSpPr>
          <p:spPr>
            <a:xfrm>
              <a:off x="2386065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8DFF2733-2D20-A12D-78E4-4FD0928DEBF0}"/>
                </a:ext>
              </a:extLst>
            </p:cNvPr>
            <p:cNvSpPr/>
            <p:nvPr/>
          </p:nvSpPr>
          <p:spPr>
            <a:xfrm>
              <a:off x="2916560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E96FD338-33FA-224D-A7CD-1C547A6A0B61}"/>
                </a:ext>
              </a:extLst>
            </p:cNvPr>
            <p:cNvSpPr/>
            <p:nvPr/>
          </p:nvSpPr>
          <p:spPr>
            <a:xfrm>
              <a:off x="3003647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2D02D39D-C75D-A9F5-6BE1-6248553A11D0}"/>
                </a:ext>
              </a:extLst>
            </p:cNvPr>
            <p:cNvSpPr/>
            <p:nvPr/>
          </p:nvSpPr>
          <p:spPr>
            <a:xfrm>
              <a:off x="3398412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54F10D10-7A76-325D-3BFD-2527C7042C03}"/>
                </a:ext>
              </a:extLst>
            </p:cNvPr>
            <p:cNvSpPr/>
            <p:nvPr/>
          </p:nvSpPr>
          <p:spPr>
            <a:xfrm rot="16200000">
              <a:off x="3546904" y="4098380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87A9D86E-C652-9125-71CD-4C3A894F7DCD}"/>
                </a:ext>
              </a:extLst>
            </p:cNvPr>
            <p:cNvGrpSpPr/>
            <p:nvPr/>
          </p:nvGrpSpPr>
          <p:grpSpPr>
            <a:xfrm>
              <a:off x="687845" y="3625020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5" name="사각형: 둥근 모서리 64">
                <a:extLst>
                  <a:ext uri="{FF2B5EF4-FFF2-40B4-BE49-F238E27FC236}">
                    <a16:creationId xmlns:a16="http://schemas.microsoft.com/office/drawing/2014/main" id="{6A157B1E-6B5C-95FC-40C9-1CBB2E7323F5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6" name="타원 65">
                <a:extLst>
                  <a:ext uri="{FF2B5EF4-FFF2-40B4-BE49-F238E27FC236}">
                    <a16:creationId xmlns:a16="http://schemas.microsoft.com/office/drawing/2014/main" id="{A2424BAE-5629-45AE-77F7-83847DA3133B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7" name="타원 66">
                <a:extLst>
                  <a:ext uri="{FF2B5EF4-FFF2-40B4-BE49-F238E27FC236}">
                    <a16:creationId xmlns:a16="http://schemas.microsoft.com/office/drawing/2014/main" id="{1FEF2D92-62EB-34F3-DF9A-A5359DDDD4FE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1026F959-5338-4705-2D2C-93946B5CEB77}"/>
                </a:ext>
              </a:extLst>
            </p:cNvPr>
            <p:cNvGrpSpPr/>
            <p:nvPr/>
          </p:nvGrpSpPr>
          <p:grpSpPr>
            <a:xfrm rot="20016713">
              <a:off x="1538337" y="2333321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2" name="사각형: 둥근 모서리 61">
                <a:extLst>
                  <a:ext uri="{FF2B5EF4-FFF2-40B4-BE49-F238E27FC236}">
                    <a16:creationId xmlns:a16="http://schemas.microsoft.com/office/drawing/2014/main" id="{06154428-83E6-1F88-FF11-DAB03DD75D1D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3" name="타원 62">
                <a:extLst>
                  <a:ext uri="{FF2B5EF4-FFF2-40B4-BE49-F238E27FC236}">
                    <a16:creationId xmlns:a16="http://schemas.microsoft.com/office/drawing/2014/main" id="{E3CFE7C7-2389-EFD3-857F-02F34D6AD595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4" name="타원 63">
                <a:extLst>
                  <a:ext uri="{FF2B5EF4-FFF2-40B4-BE49-F238E27FC236}">
                    <a16:creationId xmlns:a16="http://schemas.microsoft.com/office/drawing/2014/main" id="{8646D035-10BC-EAFF-9A47-3804739B3A3C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DED15128-1818-1F07-C5AE-915D87E8A943}"/>
                </a:ext>
              </a:extLst>
            </p:cNvPr>
            <p:cNvGrpSpPr/>
            <p:nvPr/>
          </p:nvGrpSpPr>
          <p:grpSpPr>
            <a:xfrm rot="1600827">
              <a:off x="3099458" y="2332129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CA75361A-D959-EB13-6BB4-AC854E1DDCD6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0" name="타원 59">
                <a:extLst>
                  <a:ext uri="{FF2B5EF4-FFF2-40B4-BE49-F238E27FC236}">
                    <a16:creationId xmlns:a16="http://schemas.microsoft.com/office/drawing/2014/main" id="{F5E08281-82C2-024C-6A5B-64A457308E0E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1" name="타원 60">
                <a:extLst>
                  <a:ext uri="{FF2B5EF4-FFF2-40B4-BE49-F238E27FC236}">
                    <a16:creationId xmlns:a16="http://schemas.microsoft.com/office/drawing/2014/main" id="{B1A2FA04-E30A-3CBA-4374-995CA0438DDC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9910DDF6-FA99-13BB-482B-B416A3FDAD57}"/>
                </a:ext>
              </a:extLst>
            </p:cNvPr>
            <p:cNvGrpSpPr/>
            <p:nvPr/>
          </p:nvGrpSpPr>
          <p:grpSpPr>
            <a:xfrm>
              <a:off x="3951936" y="3625020"/>
              <a:ext cx="1044000" cy="1044000"/>
              <a:chOff x="691020" y="3625020"/>
              <a:chExt cx="1044000" cy="1044000"/>
            </a:xfrm>
            <a:grpFill/>
          </p:grpSpPr>
          <p:sp>
            <p:nvSpPr>
              <p:cNvPr id="56" name="사각형: 둥근 모서리 55">
                <a:extLst>
                  <a:ext uri="{FF2B5EF4-FFF2-40B4-BE49-F238E27FC236}">
                    <a16:creationId xmlns:a16="http://schemas.microsoft.com/office/drawing/2014/main" id="{6E3DCB5F-8ECC-708A-480B-2EE208B77DF7}"/>
                  </a:ext>
                </a:extLst>
              </p:cNvPr>
              <p:cNvSpPr/>
              <p:nvPr/>
            </p:nvSpPr>
            <p:spPr>
              <a:xfrm>
                <a:off x="691020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7" name="타원 56">
                <a:extLst>
                  <a:ext uri="{FF2B5EF4-FFF2-40B4-BE49-F238E27FC236}">
                    <a16:creationId xmlns:a16="http://schemas.microsoft.com/office/drawing/2014/main" id="{D34854CA-6E7C-5137-519C-DE67AC0FEDD8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58" name="타원 57">
                <a:extLst>
                  <a:ext uri="{FF2B5EF4-FFF2-40B4-BE49-F238E27FC236}">
                    <a16:creationId xmlns:a16="http://schemas.microsoft.com/office/drawing/2014/main" id="{9FDC433D-6B39-D10B-AEC0-F0DD2EADB0E8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3F725DF2-67E1-1854-CEAD-4B8AEECC4BD9}"/>
                </a:ext>
              </a:extLst>
            </p:cNvPr>
            <p:cNvSpPr/>
            <p:nvPr/>
          </p:nvSpPr>
          <p:spPr>
            <a:xfrm rot="10800000">
              <a:off x="197912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EBA6BBE3-50C9-6F25-60BA-9E1995DB8438}"/>
                </a:ext>
              </a:extLst>
            </p:cNvPr>
            <p:cNvSpPr/>
            <p:nvPr/>
          </p:nvSpPr>
          <p:spPr>
            <a:xfrm rot="10800000">
              <a:off x="299398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</p:grpSp>
      <p:sp>
        <p:nvSpPr>
          <p:cNvPr id="69" name="타원 68">
            <a:extLst>
              <a:ext uri="{FF2B5EF4-FFF2-40B4-BE49-F238E27FC236}">
                <a16:creationId xmlns:a16="http://schemas.microsoft.com/office/drawing/2014/main" id="{7C375616-6583-036C-B53E-55B08DFF4524}"/>
              </a:ext>
            </a:extLst>
          </p:cNvPr>
          <p:cNvSpPr/>
          <p:nvPr/>
        </p:nvSpPr>
        <p:spPr>
          <a:xfrm>
            <a:off x="4625065" y="3314776"/>
            <a:ext cx="318356" cy="30698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54C236B2-5A45-6DD3-167A-E87AAFF22017}"/>
              </a:ext>
            </a:extLst>
          </p:cNvPr>
          <p:cNvSpPr/>
          <p:nvPr/>
        </p:nvSpPr>
        <p:spPr>
          <a:xfrm>
            <a:off x="4750702" y="2353638"/>
            <a:ext cx="2207498" cy="2171424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387F98-AA31-5B92-A3DB-B62C8CE3BC81}"/>
              </a:ext>
            </a:extLst>
          </p:cNvPr>
          <p:cNvSpPr txBox="1"/>
          <p:nvPr/>
        </p:nvSpPr>
        <p:spPr>
          <a:xfrm>
            <a:off x="4784243" y="2968014"/>
            <a:ext cx="1486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패널 </a:t>
            </a:r>
            <a:r>
              <a:rPr lang="en-US" altLang="ko-KR" dirty="0"/>
              <a:t>change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99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5E46A9-3060-B027-4824-B62465650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862DFAB7-6DCF-585B-8F18-024D41097B94}"/>
              </a:ext>
            </a:extLst>
          </p:cNvPr>
          <p:cNvGrpSpPr/>
          <p:nvPr/>
        </p:nvGrpSpPr>
        <p:grpSpPr>
          <a:xfrm>
            <a:off x="2459465" y="667502"/>
            <a:ext cx="6760735" cy="5522996"/>
            <a:chOff x="687845" y="2332129"/>
            <a:chExt cx="4308091" cy="3616228"/>
          </a:xfrm>
          <a:solidFill>
            <a:schemeClr val="bg1"/>
          </a:solidFill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B5222B77-37F2-1384-CB69-9ABC344E0311}"/>
                </a:ext>
              </a:extLst>
            </p:cNvPr>
            <p:cNvSpPr/>
            <p:nvPr/>
          </p:nvSpPr>
          <p:spPr>
            <a:xfrm>
              <a:off x="2916560" y="4594635"/>
              <a:ext cx="862607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BF776A53-DF1C-3A43-C6AC-A8DE1EED7D1A}"/>
                </a:ext>
              </a:extLst>
            </p:cNvPr>
            <p:cNvSpPr/>
            <p:nvPr/>
          </p:nvSpPr>
          <p:spPr>
            <a:xfrm>
              <a:off x="1904213" y="4594635"/>
              <a:ext cx="862608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4" name="육각형 33">
              <a:extLst>
                <a:ext uri="{FF2B5EF4-FFF2-40B4-BE49-F238E27FC236}">
                  <a16:creationId xmlns:a16="http://schemas.microsoft.com/office/drawing/2014/main" id="{FBAD968B-1176-5C5D-920A-FE4A24A16B1D}"/>
                </a:ext>
              </a:extLst>
            </p:cNvPr>
            <p:cNvSpPr/>
            <p:nvPr/>
          </p:nvSpPr>
          <p:spPr>
            <a:xfrm rot="5400000">
              <a:off x="1828993" y="3153455"/>
              <a:ext cx="2025000" cy="2025000"/>
            </a:xfrm>
            <a:prstGeom prst="hexagon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8C33F3D2-EE8B-8DB7-9ABB-FD2C2099B899}"/>
                </a:ext>
              </a:extLst>
            </p:cNvPr>
            <p:cNvSpPr/>
            <p:nvPr/>
          </p:nvSpPr>
          <p:spPr>
            <a:xfrm rot="20011563">
              <a:off x="1973936" y="330560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2517DF6A-849A-E9CC-A7F7-5BBA669A1FCC}"/>
                </a:ext>
              </a:extLst>
            </p:cNvPr>
            <p:cNvSpPr/>
            <p:nvPr/>
          </p:nvSpPr>
          <p:spPr>
            <a:xfrm rot="16200000">
              <a:off x="1424096" y="4098379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E2267932-4099-38AA-2AA3-0A35B723C0A4}"/>
                </a:ext>
              </a:extLst>
            </p:cNvPr>
            <p:cNvSpPr/>
            <p:nvPr/>
          </p:nvSpPr>
          <p:spPr>
            <a:xfrm rot="1599716">
              <a:off x="3008452" y="330754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5E65A9CD-D826-2997-48A0-328A709D5367}"/>
                </a:ext>
              </a:extLst>
            </p:cNvPr>
            <p:cNvSpPr/>
            <p:nvPr/>
          </p:nvSpPr>
          <p:spPr>
            <a:xfrm rot="10800000">
              <a:off x="1979126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F6CF1E0C-49A4-B5C6-6B48-DF7F02CAE542}"/>
                </a:ext>
              </a:extLst>
            </p:cNvPr>
            <p:cNvSpPr/>
            <p:nvPr/>
          </p:nvSpPr>
          <p:spPr>
            <a:xfrm rot="10800000">
              <a:off x="2991473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296DC09A-0D71-D520-56A2-D5EF2DE369CE}"/>
                </a:ext>
              </a:extLst>
            </p:cNvPr>
            <p:cNvSpPr/>
            <p:nvPr/>
          </p:nvSpPr>
          <p:spPr>
            <a:xfrm>
              <a:off x="1904213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7E9E058A-5D7C-9B6C-04F0-6B6E5EC57D5A}"/>
                </a:ext>
              </a:extLst>
            </p:cNvPr>
            <p:cNvSpPr/>
            <p:nvPr/>
          </p:nvSpPr>
          <p:spPr>
            <a:xfrm>
              <a:off x="1991300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70899266-DBF5-00E7-5EFC-3533A427C328}"/>
                </a:ext>
              </a:extLst>
            </p:cNvPr>
            <p:cNvSpPr/>
            <p:nvPr/>
          </p:nvSpPr>
          <p:spPr>
            <a:xfrm>
              <a:off x="2386065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B84D20B9-DA4C-CDA4-A522-1AAE60962C16}"/>
                </a:ext>
              </a:extLst>
            </p:cNvPr>
            <p:cNvSpPr/>
            <p:nvPr/>
          </p:nvSpPr>
          <p:spPr>
            <a:xfrm>
              <a:off x="2916560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E5F16F4B-73F1-FE86-BE7D-313B2809CB23}"/>
                </a:ext>
              </a:extLst>
            </p:cNvPr>
            <p:cNvSpPr/>
            <p:nvPr/>
          </p:nvSpPr>
          <p:spPr>
            <a:xfrm>
              <a:off x="3003647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AEB08BAE-77E3-1D27-6B6D-8AF6CFAFCEA3}"/>
                </a:ext>
              </a:extLst>
            </p:cNvPr>
            <p:cNvSpPr/>
            <p:nvPr/>
          </p:nvSpPr>
          <p:spPr>
            <a:xfrm>
              <a:off x="3398412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CCBC668E-DB4C-AA97-25B2-38A18C09ED5A}"/>
                </a:ext>
              </a:extLst>
            </p:cNvPr>
            <p:cNvSpPr/>
            <p:nvPr/>
          </p:nvSpPr>
          <p:spPr>
            <a:xfrm rot="16200000">
              <a:off x="3546904" y="4098380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D9994653-7AD3-C86D-5596-5245B470A7F7}"/>
                </a:ext>
              </a:extLst>
            </p:cNvPr>
            <p:cNvGrpSpPr/>
            <p:nvPr/>
          </p:nvGrpSpPr>
          <p:grpSpPr>
            <a:xfrm>
              <a:off x="687845" y="3625020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5" name="사각형: 둥근 모서리 64">
                <a:extLst>
                  <a:ext uri="{FF2B5EF4-FFF2-40B4-BE49-F238E27FC236}">
                    <a16:creationId xmlns:a16="http://schemas.microsoft.com/office/drawing/2014/main" id="{0FED0BDB-896D-2696-4FFA-8D57D6320161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6" name="타원 65">
                <a:extLst>
                  <a:ext uri="{FF2B5EF4-FFF2-40B4-BE49-F238E27FC236}">
                    <a16:creationId xmlns:a16="http://schemas.microsoft.com/office/drawing/2014/main" id="{FCFCCAA0-3790-EA25-EE32-4D233E3E7697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7" name="타원 66">
                <a:extLst>
                  <a:ext uri="{FF2B5EF4-FFF2-40B4-BE49-F238E27FC236}">
                    <a16:creationId xmlns:a16="http://schemas.microsoft.com/office/drawing/2014/main" id="{319C1EC7-3FE3-B984-44A2-F9BEBDC131F0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BFAB11ED-73AE-BE37-98EC-91831BAA7F9D}"/>
                </a:ext>
              </a:extLst>
            </p:cNvPr>
            <p:cNvGrpSpPr/>
            <p:nvPr/>
          </p:nvGrpSpPr>
          <p:grpSpPr>
            <a:xfrm rot="20016713">
              <a:off x="1538337" y="2333321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2" name="사각형: 둥근 모서리 61">
                <a:extLst>
                  <a:ext uri="{FF2B5EF4-FFF2-40B4-BE49-F238E27FC236}">
                    <a16:creationId xmlns:a16="http://schemas.microsoft.com/office/drawing/2014/main" id="{926DB607-92DD-E558-4A60-488E43441279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3" name="타원 62">
                <a:extLst>
                  <a:ext uri="{FF2B5EF4-FFF2-40B4-BE49-F238E27FC236}">
                    <a16:creationId xmlns:a16="http://schemas.microsoft.com/office/drawing/2014/main" id="{2074B656-81BE-5B53-A5C0-D7E4506433B0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4" name="타원 63">
                <a:extLst>
                  <a:ext uri="{FF2B5EF4-FFF2-40B4-BE49-F238E27FC236}">
                    <a16:creationId xmlns:a16="http://schemas.microsoft.com/office/drawing/2014/main" id="{0A7ABAED-D16F-1437-BBA2-B4AE901C1749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58932E50-2F61-33E9-B39F-9BC06BEEE960}"/>
                </a:ext>
              </a:extLst>
            </p:cNvPr>
            <p:cNvGrpSpPr/>
            <p:nvPr/>
          </p:nvGrpSpPr>
          <p:grpSpPr>
            <a:xfrm rot="1600827">
              <a:off x="3099458" y="2332129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9D7FEFC2-2FFF-D78F-6A77-0162389E2B41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0" name="타원 59">
                <a:extLst>
                  <a:ext uri="{FF2B5EF4-FFF2-40B4-BE49-F238E27FC236}">
                    <a16:creationId xmlns:a16="http://schemas.microsoft.com/office/drawing/2014/main" id="{80504161-2479-7A03-EA51-AB6206E42B31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1" name="타원 60">
                <a:extLst>
                  <a:ext uri="{FF2B5EF4-FFF2-40B4-BE49-F238E27FC236}">
                    <a16:creationId xmlns:a16="http://schemas.microsoft.com/office/drawing/2014/main" id="{69ED2D8F-8557-DBCF-26A4-602DD5310DBB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BAABAF34-D7D2-5052-8D69-86C6F505CE2E}"/>
                </a:ext>
              </a:extLst>
            </p:cNvPr>
            <p:cNvGrpSpPr/>
            <p:nvPr/>
          </p:nvGrpSpPr>
          <p:grpSpPr>
            <a:xfrm>
              <a:off x="3951936" y="3625020"/>
              <a:ext cx="1044000" cy="1044000"/>
              <a:chOff x="691020" y="3625020"/>
              <a:chExt cx="1044000" cy="1044000"/>
            </a:xfrm>
            <a:grpFill/>
          </p:grpSpPr>
          <p:sp>
            <p:nvSpPr>
              <p:cNvPr id="56" name="사각형: 둥근 모서리 55">
                <a:extLst>
                  <a:ext uri="{FF2B5EF4-FFF2-40B4-BE49-F238E27FC236}">
                    <a16:creationId xmlns:a16="http://schemas.microsoft.com/office/drawing/2014/main" id="{49F809D1-51E5-EB98-F52F-E634DD4CAAA5}"/>
                  </a:ext>
                </a:extLst>
              </p:cNvPr>
              <p:cNvSpPr/>
              <p:nvPr/>
            </p:nvSpPr>
            <p:spPr>
              <a:xfrm>
                <a:off x="691020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7" name="타원 56">
                <a:extLst>
                  <a:ext uri="{FF2B5EF4-FFF2-40B4-BE49-F238E27FC236}">
                    <a16:creationId xmlns:a16="http://schemas.microsoft.com/office/drawing/2014/main" id="{05B12099-99C3-8E9F-6F8F-F721368C50A6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58" name="타원 57">
                <a:extLst>
                  <a:ext uri="{FF2B5EF4-FFF2-40B4-BE49-F238E27FC236}">
                    <a16:creationId xmlns:a16="http://schemas.microsoft.com/office/drawing/2014/main" id="{30FF7687-ED98-CE55-3524-693F6E3A8767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F67AF511-F13B-CE16-B30A-B206A6BA5161}"/>
                </a:ext>
              </a:extLst>
            </p:cNvPr>
            <p:cNvSpPr/>
            <p:nvPr/>
          </p:nvSpPr>
          <p:spPr>
            <a:xfrm rot="10800000">
              <a:off x="197912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EA208818-FF05-1C0B-251A-4203FB74BACE}"/>
                </a:ext>
              </a:extLst>
            </p:cNvPr>
            <p:cNvSpPr/>
            <p:nvPr/>
          </p:nvSpPr>
          <p:spPr>
            <a:xfrm rot="10800000">
              <a:off x="299398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</p:grpSp>
      <p:sp>
        <p:nvSpPr>
          <p:cNvPr id="69" name="타원 68">
            <a:extLst>
              <a:ext uri="{FF2B5EF4-FFF2-40B4-BE49-F238E27FC236}">
                <a16:creationId xmlns:a16="http://schemas.microsoft.com/office/drawing/2014/main" id="{A6C11329-1359-44FE-98F9-CFC4EEB01516}"/>
              </a:ext>
            </a:extLst>
          </p:cNvPr>
          <p:cNvSpPr/>
          <p:nvPr/>
        </p:nvSpPr>
        <p:spPr>
          <a:xfrm>
            <a:off x="5116925" y="4179545"/>
            <a:ext cx="318356" cy="306986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1F9F10BD-A16B-E49F-4F36-87A4BB514F38}"/>
              </a:ext>
            </a:extLst>
          </p:cNvPr>
          <p:cNvSpPr/>
          <p:nvPr/>
        </p:nvSpPr>
        <p:spPr>
          <a:xfrm>
            <a:off x="4750702" y="2353638"/>
            <a:ext cx="2207498" cy="2171424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520123-8BDD-D668-622A-88E5109FA731}"/>
              </a:ext>
            </a:extLst>
          </p:cNvPr>
          <p:cNvSpPr txBox="1"/>
          <p:nvPr/>
        </p:nvSpPr>
        <p:spPr>
          <a:xfrm>
            <a:off x="5179435" y="3393606"/>
            <a:ext cx="222048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원의 좌표</a:t>
            </a:r>
            <a:r>
              <a:rPr lang="en-US" altLang="ko-KR" dirty="0"/>
              <a:t>or</a:t>
            </a:r>
            <a:r>
              <a:rPr lang="ko-KR" altLang="en-US" dirty="0"/>
              <a:t>회전각</a:t>
            </a:r>
            <a:endParaRPr lang="en-US" altLang="ko-KR" dirty="0"/>
          </a:p>
          <a:p>
            <a:r>
              <a:rPr lang="en-US" altLang="ko-KR" dirty="0"/>
              <a:t>-&gt;</a:t>
            </a:r>
            <a:r>
              <a:rPr lang="ko-KR" altLang="en-US" dirty="0"/>
              <a:t>해당하는 좌표에 </a:t>
            </a:r>
            <a:endParaRPr lang="en-US" altLang="ko-KR" dirty="0"/>
          </a:p>
          <a:p>
            <a:r>
              <a:rPr lang="ko-KR" altLang="en-US" dirty="0"/>
              <a:t>   이미지 띄움</a:t>
            </a:r>
          </a:p>
        </p:txBody>
      </p:sp>
    </p:spTree>
    <p:extLst>
      <p:ext uri="{BB962C8B-B14F-4D97-AF65-F5344CB8AC3E}">
        <p14:creationId xmlns:p14="http://schemas.microsoft.com/office/powerpoint/2010/main" val="35805598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321C5-9223-ACCF-B526-5BFF81F8D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DEC0A038-3C53-F579-8281-33B3B5DACEB8}"/>
              </a:ext>
            </a:extLst>
          </p:cNvPr>
          <p:cNvGrpSpPr/>
          <p:nvPr/>
        </p:nvGrpSpPr>
        <p:grpSpPr>
          <a:xfrm>
            <a:off x="2459465" y="667502"/>
            <a:ext cx="6760735" cy="5522996"/>
            <a:chOff x="687845" y="2332129"/>
            <a:chExt cx="4308091" cy="3616228"/>
          </a:xfrm>
          <a:solidFill>
            <a:schemeClr val="bg1"/>
          </a:solidFill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529B88E8-A5A0-2A2B-31DD-5ABAAF1E1BD0}"/>
                </a:ext>
              </a:extLst>
            </p:cNvPr>
            <p:cNvSpPr/>
            <p:nvPr/>
          </p:nvSpPr>
          <p:spPr>
            <a:xfrm>
              <a:off x="2916560" y="4594635"/>
              <a:ext cx="862607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6B826EB3-67A3-CA02-5A0D-963FA6F6D7D4}"/>
                </a:ext>
              </a:extLst>
            </p:cNvPr>
            <p:cNvSpPr/>
            <p:nvPr/>
          </p:nvSpPr>
          <p:spPr>
            <a:xfrm>
              <a:off x="1904213" y="4594635"/>
              <a:ext cx="862608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4" name="육각형 33">
              <a:extLst>
                <a:ext uri="{FF2B5EF4-FFF2-40B4-BE49-F238E27FC236}">
                  <a16:creationId xmlns:a16="http://schemas.microsoft.com/office/drawing/2014/main" id="{52C011E0-28A5-46FB-F2A5-B183B9AED5F3}"/>
                </a:ext>
              </a:extLst>
            </p:cNvPr>
            <p:cNvSpPr/>
            <p:nvPr/>
          </p:nvSpPr>
          <p:spPr>
            <a:xfrm rot="5400000">
              <a:off x="1828993" y="3153455"/>
              <a:ext cx="2025000" cy="2025000"/>
            </a:xfrm>
            <a:prstGeom prst="hexagon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5F3B00C0-FF04-FBF4-2536-8D4384075EA2}"/>
                </a:ext>
              </a:extLst>
            </p:cNvPr>
            <p:cNvSpPr/>
            <p:nvPr/>
          </p:nvSpPr>
          <p:spPr>
            <a:xfrm rot="20011563">
              <a:off x="1973936" y="330560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5906C1DA-839F-CD85-18E3-FB3F0DC2CADF}"/>
                </a:ext>
              </a:extLst>
            </p:cNvPr>
            <p:cNvSpPr/>
            <p:nvPr/>
          </p:nvSpPr>
          <p:spPr>
            <a:xfrm rot="16200000">
              <a:off x="1424096" y="4098379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2879B5C7-A57E-2638-2611-8FE44A9A8954}"/>
                </a:ext>
              </a:extLst>
            </p:cNvPr>
            <p:cNvSpPr/>
            <p:nvPr/>
          </p:nvSpPr>
          <p:spPr>
            <a:xfrm rot="1599716">
              <a:off x="3008452" y="330754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D7168A84-C16B-BDBF-F0AB-07DF7E8F2B56}"/>
                </a:ext>
              </a:extLst>
            </p:cNvPr>
            <p:cNvSpPr/>
            <p:nvPr/>
          </p:nvSpPr>
          <p:spPr>
            <a:xfrm rot="10800000">
              <a:off x="1979126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3D2FEBCA-8138-FA97-31FE-A136B36C48D3}"/>
                </a:ext>
              </a:extLst>
            </p:cNvPr>
            <p:cNvSpPr/>
            <p:nvPr/>
          </p:nvSpPr>
          <p:spPr>
            <a:xfrm rot="10800000">
              <a:off x="2991473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54217D06-9EF1-1D8E-0A37-E96CA8288EDD}"/>
                </a:ext>
              </a:extLst>
            </p:cNvPr>
            <p:cNvSpPr/>
            <p:nvPr/>
          </p:nvSpPr>
          <p:spPr>
            <a:xfrm>
              <a:off x="1904213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A1D0E172-EE24-520B-4D3D-FFDC3519B1DA}"/>
                </a:ext>
              </a:extLst>
            </p:cNvPr>
            <p:cNvSpPr/>
            <p:nvPr/>
          </p:nvSpPr>
          <p:spPr>
            <a:xfrm>
              <a:off x="1991300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55F19A21-1D83-F58B-27EF-8D337B2777E0}"/>
                </a:ext>
              </a:extLst>
            </p:cNvPr>
            <p:cNvSpPr/>
            <p:nvPr/>
          </p:nvSpPr>
          <p:spPr>
            <a:xfrm>
              <a:off x="2386065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BF1D9676-FF21-730F-1CE4-EF360116FB58}"/>
                </a:ext>
              </a:extLst>
            </p:cNvPr>
            <p:cNvSpPr/>
            <p:nvPr/>
          </p:nvSpPr>
          <p:spPr>
            <a:xfrm>
              <a:off x="2916560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A0F72933-CDCF-2524-B922-5A2D6CCEA299}"/>
                </a:ext>
              </a:extLst>
            </p:cNvPr>
            <p:cNvSpPr/>
            <p:nvPr/>
          </p:nvSpPr>
          <p:spPr>
            <a:xfrm>
              <a:off x="3003647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ACDE2FC5-46FC-9393-083D-06AA0BE28089}"/>
                </a:ext>
              </a:extLst>
            </p:cNvPr>
            <p:cNvSpPr/>
            <p:nvPr/>
          </p:nvSpPr>
          <p:spPr>
            <a:xfrm>
              <a:off x="3398412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84290B7C-553A-1F31-0BCE-5BECF4A2334E}"/>
                </a:ext>
              </a:extLst>
            </p:cNvPr>
            <p:cNvSpPr/>
            <p:nvPr/>
          </p:nvSpPr>
          <p:spPr>
            <a:xfrm rot="16200000">
              <a:off x="3546904" y="4098380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9CB4A952-F7D0-FEB3-8E66-D32AAF196EAF}"/>
                </a:ext>
              </a:extLst>
            </p:cNvPr>
            <p:cNvGrpSpPr/>
            <p:nvPr/>
          </p:nvGrpSpPr>
          <p:grpSpPr>
            <a:xfrm>
              <a:off x="687845" y="3625020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5" name="사각형: 둥근 모서리 64">
                <a:extLst>
                  <a:ext uri="{FF2B5EF4-FFF2-40B4-BE49-F238E27FC236}">
                    <a16:creationId xmlns:a16="http://schemas.microsoft.com/office/drawing/2014/main" id="{3D2669CE-8D85-6C91-E80E-FC2093BA829F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6" name="타원 65">
                <a:extLst>
                  <a:ext uri="{FF2B5EF4-FFF2-40B4-BE49-F238E27FC236}">
                    <a16:creationId xmlns:a16="http://schemas.microsoft.com/office/drawing/2014/main" id="{37A1D308-9F10-D6CF-D4A2-2A209F803B51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7" name="타원 66">
                <a:extLst>
                  <a:ext uri="{FF2B5EF4-FFF2-40B4-BE49-F238E27FC236}">
                    <a16:creationId xmlns:a16="http://schemas.microsoft.com/office/drawing/2014/main" id="{6E4209F8-6526-9208-DB75-DA2415F13950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05301F68-0E46-FEC4-41CC-CA1FD5D7FF81}"/>
                </a:ext>
              </a:extLst>
            </p:cNvPr>
            <p:cNvGrpSpPr/>
            <p:nvPr/>
          </p:nvGrpSpPr>
          <p:grpSpPr>
            <a:xfrm rot="20016713">
              <a:off x="1538337" y="2333321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2" name="사각형: 둥근 모서리 61">
                <a:extLst>
                  <a:ext uri="{FF2B5EF4-FFF2-40B4-BE49-F238E27FC236}">
                    <a16:creationId xmlns:a16="http://schemas.microsoft.com/office/drawing/2014/main" id="{3D0DD0CE-05A3-7FBD-F352-9DEDBB826AB3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3" name="타원 62">
                <a:extLst>
                  <a:ext uri="{FF2B5EF4-FFF2-40B4-BE49-F238E27FC236}">
                    <a16:creationId xmlns:a16="http://schemas.microsoft.com/office/drawing/2014/main" id="{B16F930C-6444-2260-B6E9-28A43D51245D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4" name="타원 63">
                <a:extLst>
                  <a:ext uri="{FF2B5EF4-FFF2-40B4-BE49-F238E27FC236}">
                    <a16:creationId xmlns:a16="http://schemas.microsoft.com/office/drawing/2014/main" id="{2C5D1C72-C508-A4BE-EC12-61272D279385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567895D8-94F5-D540-C01D-3C5201353904}"/>
                </a:ext>
              </a:extLst>
            </p:cNvPr>
            <p:cNvGrpSpPr/>
            <p:nvPr/>
          </p:nvGrpSpPr>
          <p:grpSpPr>
            <a:xfrm rot="1600827">
              <a:off x="3099458" y="2332129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64D9A088-A3A9-9147-FA5F-CE0DA6E9647C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0" name="타원 59">
                <a:extLst>
                  <a:ext uri="{FF2B5EF4-FFF2-40B4-BE49-F238E27FC236}">
                    <a16:creationId xmlns:a16="http://schemas.microsoft.com/office/drawing/2014/main" id="{AD47A9D0-EC27-AF01-92AA-E7FED96858EC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1" name="타원 60">
                <a:extLst>
                  <a:ext uri="{FF2B5EF4-FFF2-40B4-BE49-F238E27FC236}">
                    <a16:creationId xmlns:a16="http://schemas.microsoft.com/office/drawing/2014/main" id="{1CE7A11D-2954-C6E0-95D0-E776C6EC0D21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AA742448-30E2-6A14-7F01-776DD132E097}"/>
                </a:ext>
              </a:extLst>
            </p:cNvPr>
            <p:cNvGrpSpPr/>
            <p:nvPr/>
          </p:nvGrpSpPr>
          <p:grpSpPr>
            <a:xfrm>
              <a:off x="3951936" y="3625020"/>
              <a:ext cx="1044000" cy="1044000"/>
              <a:chOff x="691020" y="3625020"/>
              <a:chExt cx="1044000" cy="1044000"/>
            </a:xfrm>
            <a:grpFill/>
          </p:grpSpPr>
          <p:sp>
            <p:nvSpPr>
              <p:cNvPr id="56" name="사각형: 둥근 모서리 55">
                <a:extLst>
                  <a:ext uri="{FF2B5EF4-FFF2-40B4-BE49-F238E27FC236}">
                    <a16:creationId xmlns:a16="http://schemas.microsoft.com/office/drawing/2014/main" id="{87B26355-C534-9134-E9D7-DE14B81776E4}"/>
                  </a:ext>
                </a:extLst>
              </p:cNvPr>
              <p:cNvSpPr/>
              <p:nvPr/>
            </p:nvSpPr>
            <p:spPr>
              <a:xfrm>
                <a:off x="691020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7" name="타원 56">
                <a:extLst>
                  <a:ext uri="{FF2B5EF4-FFF2-40B4-BE49-F238E27FC236}">
                    <a16:creationId xmlns:a16="http://schemas.microsoft.com/office/drawing/2014/main" id="{B81405E0-522E-A978-75E4-5EF4831F59B5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58" name="타원 57">
                <a:extLst>
                  <a:ext uri="{FF2B5EF4-FFF2-40B4-BE49-F238E27FC236}">
                    <a16:creationId xmlns:a16="http://schemas.microsoft.com/office/drawing/2014/main" id="{7882F5E4-FE79-6EE6-D1DC-A4F16B515B3E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E49CFD42-1902-6E44-5EA2-2C326A7E0422}"/>
                </a:ext>
              </a:extLst>
            </p:cNvPr>
            <p:cNvSpPr/>
            <p:nvPr/>
          </p:nvSpPr>
          <p:spPr>
            <a:xfrm rot="10800000">
              <a:off x="197912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D9C19ADA-ED26-B149-C494-5C681E118E45}"/>
                </a:ext>
              </a:extLst>
            </p:cNvPr>
            <p:cNvSpPr/>
            <p:nvPr/>
          </p:nvSpPr>
          <p:spPr>
            <a:xfrm rot="10800000">
              <a:off x="299398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</p:grpSp>
      <p:sp>
        <p:nvSpPr>
          <p:cNvPr id="69" name="타원 68">
            <a:extLst>
              <a:ext uri="{FF2B5EF4-FFF2-40B4-BE49-F238E27FC236}">
                <a16:creationId xmlns:a16="http://schemas.microsoft.com/office/drawing/2014/main" id="{A0B0A094-AC51-3876-A305-2BEE5C326008}"/>
              </a:ext>
            </a:extLst>
          </p:cNvPr>
          <p:cNvSpPr/>
          <p:nvPr/>
        </p:nvSpPr>
        <p:spPr>
          <a:xfrm>
            <a:off x="5218307" y="4248792"/>
            <a:ext cx="318356" cy="306986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5AA2CEDB-B3A6-E517-5369-8EDF7A87F99B}"/>
              </a:ext>
            </a:extLst>
          </p:cNvPr>
          <p:cNvSpPr/>
          <p:nvPr/>
        </p:nvSpPr>
        <p:spPr>
          <a:xfrm>
            <a:off x="4750702" y="2353638"/>
            <a:ext cx="2207498" cy="2171424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5B2252DB-BAF0-38D3-E77D-F474E802C032}"/>
              </a:ext>
            </a:extLst>
          </p:cNvPr>
          <p:cNvCxnSpPr>
            <a:cxnSpLocks/>
            <a:endCxn id="41" idx="0"/>
          </p:cNvCxnSpPr>
          <p:nvPr/>
        </p:nvCxnSpPr>
        <p:spPr>
          <a:xfrm flipH="1">
            <a:off x="4743330" y="4402285"/>
            <a:ext cx="619509" cy="9374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339E453B-5A27-2FB3-913E-E2EC8E168D9D}"/>
              </a:ext>
            </a:extLst>
          </p:cNvPr>
          <p:cNvCxnSpPr>
            <a:cxnSpLocks/>
            <a:endCxn id="42" idx="0"/>
          </p:cNvCxnSpPr>
          <p:nvPr/>
        </p:nvCxnSpPr>
        <p:spPr>
          <a:xfrm flipH="1">
            <a:off x="5362839" y="4389385"/>
            <a:ext cx="14646" cy="9503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EE671E8-BCDA-F429-345D-86B4EFFF86A4}"/>
              </a:ext>
            </a:extLst>
          </p:cNvPr>
          <p:cNvSpPr txBox="1"/>
          <p:nvPr/>
        </p:nvSpPr>
        <p:spPr>
          <a:xfrm>
            <a:off x="5292629" y="3692976"/>
            <a:ext cx="18822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원하는 슬롯으로</a:t>
            </a:r>
            <a:endParaRPr lang="en-US" altLang="ko-KR" dirty="0"/>
          </a:p>
          <a:p>
            <a:r>
              <a:rPr lang="ko-KR" altLang="en-US" dirty="0"/>
              <a:t>직선 이동</a:t>
            </a:r>
          </a:p>
        </p:txBody>
      </p:sp>
    </p:spTree>
    <p:extLst>
      <p:ext uri="{BB962C8B-B14F-4D97-AF65-F5344CB8AC3E}">
        <p14:creationId xmlns:p14="http://schemas.microsoft.com/office/powerpoint/2010/main" val="9402110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48BD0-3DAF-7B39-9B3C-A1D7556F7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474BE5AF-F966-75F5-DF91-F977D4EF58A6}"/>
              </a:ext>
            </a:extLst>
          </p:cNvPr>
          <p:cNvGrpSpPr/>
          <p:nvPr/>
        </p:nvGrpSpPr>
        <p:grpSpPr>
          <a:xfrm>
            <a:off x="2459465" y="667502"/>
            <a:ext cx="6760735" cy="5522996"/>
            <a:chOff x="687845" y="2332129"/>
            <a:chExt cx="4308091" cy="3616228"/>
          </a:xfrm>
          <a:solidFill>
            <a:schemeClr val="bg1"/>
          </a:solidFill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A8232481-5DEF-AC0F-871E-9E0FC1E44156}"/>
                </a:ext>
              </a:extLst>
            </p:cNvPr>
            <p:cNvSpPr/>
            <p:nvPr/>
          </p:nvSpPr>
          <p:spPr>
            <a:xfrm>
              <a:off x="2916560" y="4594635"/>
              <a:ext cx="862607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84F6D7CF-E8BB-7A6C-7652-22DEA99683F9}"/>
                </a:ext>
              </a:extLst>
            </p:cNvPr>
            <p:cNvSpPr/>
            <p:nvPr/>
          </p:nvSpPr>
          <p:spPr>
            <a:xfrm>
              <a:off x="1904213" y="4594635"/>
              <a:ext cx="862608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4" name="육각형 33">
              <a:extLst>
                <a:ext uri="{FF2B5EF4-FFF2-40B4-BE49-F238E27FC236}">
                  <a16:creationId xmlns:a16="http://schemas.microsoft.com/office/drawing/2014/main" id="{F6E2C152-E459-2DFD-F562-F06CA7771C86}"/>
                </a:ext>
              </a:extLst>
            </p:cNvPr>
            <p:cNvSpPr/>
            <p:nvPr/>
          </p:nvSpPr>
          <p:spPr>
            <a:xfrm rot="5400000">
              <a:off x="1828993" y="3153455"/>
              <a:ext cx="2025000" cy="2025000"/>
            </a:xfrm>
            <a:prstGeom prst="hexagon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83F688DB-CA2D-9029-8162-74BD576F20E6}"/>
                </a:ext>
              </a:extLst>
            </p:cNvPr>
            <p:cNvSpPr/>
            <p:nvPr/>
          </p:nvSpPr>
          <p:spPr>
            <a:xfrm rot="20011563">
              <a:off x="1973936" y="330560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5A41803B-0A8D-0926-C277-C856DA1D9687}"/>
                </a:ext>
              </a:extLst>
            </p:cNvPr>
            <p:cNvSpPr/>
            <p:nvPr/>
          </p:nvSpPr>
          <p:spPr>
            <a:xfrm rot="16200000">
              <a:off x="1424096" y="4098379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59B0A93C-D680-2FBF-5ACE-116A7B65908C}"/>
                </a:ext>
              </a:extLst>
            </p:cNvPr>
            <p:cNvSpPr/>
            <p:nvPr/>
          </p:nvSpPr>
          <p:spPr>
            <a:xfrm rot="1599716">
              <a:off x="3008452" y="330754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4A8F0C2D-B235-18CB-6CAD-6794B190507C}"/>
                </a:ext>
              </a:extLst>
            </p:cNvPr>
            <p:cNvSpPr/>
            <p:nvPr/>
          </p:nvSpPr>
          <p:spPr>
            <a:xfrm rot="10800000">
              <a:off x="1979126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624F93E3-5E55-C1E9-9090-00D26A8170DC}"/>
                </a:ext>
              </a:extLst>
            </p:cNvPr>
            <p:cNvSpPr/>
            <p:nvPr/>
          </p:nvSpPr>
          <p:spPr>
            <a:xfrm rot="10800000">
              <a:off x="2991473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7703B481-F09F-C91D-899E-29F94E25519F}"/>
                </a:ext>
              </a:extLst>
            </p:cNvPr>
            <p:cNvSpPr/>
            <p:nvPr/>
          </p:nvSpPr>
          <p:spPr>
            <a:xfrm>
              <a:off x="1904213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70380682-CA7D-E57D-CB11-09C68DE97ABF}"/>
                </a:ext>
              </a:extLst>
            </p:cNvPr>
            <p:cNvSpPr/>
            <p:nvPr/>
          </p:nvSpPr>
          <p:spPr>
            <a:xfrm>
              <a:off x="1991300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5D4CDCD6-585E-A912-052D-1DAC881BB9DD}"/>
                </a:ext>
              </a:extLst>
            </p:cNvPr>
            <p:cNvSpPr/>
            <p:nvPr/>
          </p:nvSpPr>
          <p:spPr>
            <a:xfrm>
              <a:off x="2386065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BA543738-83F6-B301-B111-C2A761577584}"/>
                </a:ext>
              </a:extLst>
            </p:cNvPr>
            <p:cNvSpPr/>
            <p:nvPr/>
          </p:nvSpPr>
          <p:spPr>
            <a:xfrm>
              <a:off x="2916560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4084AEB3-F2A7-8CDA-78EA-AB2A2170D0CA}"/>
                </a:ext>
              </a:extLst>
            </p:cNvPr>
            <p:cNvSpPr/>
            <p:nvPr/>
          </p:nvSpPr>
          <p:spPr>
            <a:xfrm>
              <a:off x="3003647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3D539838-E12B-B7D8-ABA5-7580ECED711A}"/>
                </a:ext>
              </a:extLst>
            </p:cNvPr>
            <p:cNvSpPr/>
            <p:nvPr/>
          </p:nvSpPr>
          <p:spPr>
            <a:xfrm>
              <a:off x="3398412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BEDF0564-3FA4-58A1-013B-32E3DDB22B84}"/>
                </a:ext>
              </a:extLst>
            </p:cNvPr>
            <p:cNvSpPr/>
            <p:nvPr/>
          </p:nvSpPr>
          <p:spPr>
            <a:xfrm rot="16200000">
              <a:off x="3546904" y="4098380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6CC5F027-FD66-3141-3E8D-D418C3324380}"/>
                </a:ext>
              </a:extLst>
            </p:cNvPr>
            <p:cNvGrpSpPr/>
            <p:nvPr/>
          </p:nvGrpSpPr>
          <p:grpSpPr>
            <a:xfrm>
              <a:off x="687845" y="3625020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5" name="사각형: 둥근 모서리 64">
                <a:extLst>
                  <a:ext uri="{FF2B5EF4-FFF2-40B4-BE49-F238E27FC236}">
                    <a16:creationId xmlns:a16="http://schemas.microsoft.com/office/drawing/2014/main" id="{5F3E4874-DBB6-DF28-D073-9A96B1886CD2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6" name="타원 65">
                <a:extLst>
                  <a:ext uri="{FF2B5EF4-FFF2-40B4-BE49-F238E27FC236}">
                    <a16:creationId xmlns:a16="http://schemas.microsoft.com/office/drawing/2014/main" id="{0220B4B6-8ED8-A289-A78E-E1CE2A134FE2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7" name="타원 66">
                <a:extLst>
                  <a:ext uri="{FF2B5EF4-FFF2-40B4-BE49-F238E27FC236}">
                    <a16:creationId xmlns:a16="http://schemas.microsoft.com/office/drawing/2014/main" id="{C05380BE-5CFE-A6D9-6EA6-FC918F033F7B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1A83DACA-C884-1281-A307-085B9C3CCC79}"/>
                </a:ext>
              </a:extLst>
            </p:cNvPr>
            <p:cNvGrpSpPr/>
            <p:nvPr/>
          </p:nvGrpSpPr>
          <p:grpSpPr>
            <a:xfrm rot="20016713">
              <a:off x="1538337" y="2333321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2" name="사각형: 둥근 모서리 61">
                <a:extLst>
                  <a:ext uri="{FF2B5EF4-FFF2-40B4-BE49-F238E27FC236}">
                    <a16:creationId xmlns:a16="http://schemas.microsoft.com/office/drawing/2014/main" id="{169D717B-5965-249F-9093-BDF5D599F610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3" name="타원 62">
                <a:extLst>
                  <a:ext uri="{FF2B5EF4-FFF2-40B4-BE49-F238E27FC236}">
                    <a16:creationId xmlns:a16="http://schemas.microsoft.com/office/drawing/2014/main" id="{5A830232-C96E-A233-3C5B-11BB11CBE5C6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4" name="타원 63">
                <a:extLst>
                  <a:ext uri="{FF2B5EF4-FFF2-40B4-BE49-F238E27FC236}">
                    <a16:creationId xmlns:a16="http://schemas.microsoft.com/office/drawing/2014/main" id="{A2E7C8CF-1613-1E03-F029-7F6855F64EC2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F02EF698-0341-E9FE-7475-4B9549AE7EBA}"/>
                </a:ext>
              </a:extLst>
            </p:cNvPr>
            <p:cNvGrpSpPr/>
            <p:nvPr/>
          </p:nvGrpSpPr>
          <p:grpSpPr>
            <a:xfrm rot="1600827">
              <a:off x="3099458" y="2332129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D13C996C-5117-0BDC-2746-F2CABF5B7FA3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0" name="타원 59">
                <a:extLst>
                  <a:ext uri="{FF2B5EF4-FFF2-40B4-BE49-F238E27FC236}">
                    <a16:creationId xmlns:a16="http://schemas.microsoft.com/office/drawing/2014/main" id="{5821F3EB-6281-0ABE-61B5-5C0FE051380E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1" name="타원 60">
                <a:extLst>
                  <a:ext uri="{FF2B5EF4-FFF2-40B4-BE49-F238E27FC236}">
                    <a16:creationId xmlns:a16="http://schemas.microsoft.com/office/drawing/2014/main" id="{10583728-1720-0D1F-D1DF-B74D8E6D3314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7804D77D-510C-2769-B580-0D099D3796D6}"/>
                </a:ext>
              </a:extLst>
            </p:cNvPr>
            <p:cNvGrpSpPr/>
            <p:nvPr/>
          </p:nvGrpSpPr>
          <p:grpSpPr>
            <a:xfrm>
              <a:off x="3951936" y="3625020"/>
              <a:ext cx="1044000" cy="1044000"/>
              <a:chOff x="691020" y="3625020"/>
              <a:chExt cx="1044000" cy="1044000"/>
            </a:xfrm>
            <a:grpFill/>
          </p:grpSpPr>
          <p:sp>
            <p:nvSpPr>
              <p:cNvPr id="56" name="사각형: 둥근 모서리 55">
                <a:extLst>
                  <a:ext uri="{FF2B5EF4-FFF2-40B4-BE49-F238E27FC236}">
                    <a16:creationId xmlns:a16="http://schemas.microsoft.com/office/drawing/2014/main" id="{7E5F601F-230C-C581-5153-32CACDF24997}"/>
                  </a:ext>
                </a:extLst>
              </p:cNvPr>
              <p:cNvSpPr/>
              <p:nvPr/>
            </p:nvSpPr>
            <p:spPr>
              <a:xfrm>
                <a:off x="691020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7" name="타원 56">
                <a:extLst>
                  <a:ext uri="{FF2B5EF4-FFF2-40B4-BE49-F238E27FC236}">
                    <a16:creationId xmlns:a16="http://schemas.microsoft.com/office/drawing/2014/main" id="{DDE37F6B-1F00-550B-DD76-6B41F94D3938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58" name="타원 57">
                <a:extLst>
                  <a:ext uri="{FF2B5EF4-FFF2-40B4-BE49-F238E27FC236}">
                    <a16:creationId xmlns:a16="http://schemas.microsoft.com/office/drawing/2014/main" id="{85F3EC27-9CA0-6E26-9041-3F6B7FAAB988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8F168578-5E01-8523-A255-0034FE2E43C2}"/>
                </a:ext>
              </a:extLst>
            </p:cNvPr>
            <p:cNvSpPr/>
            <p:nvPr/>
          </p:nvSpPr>
          <p:spPr>
            <a:xfrm rot="10800000">
              <a:off x="197912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335CF895-5C69-1161-AE56-C28C36AADEB0}"/>
                </a:ext>
              </a:extLst>
            </p:cNvPr>
            <p:cNvSpPr/>
            <p:nvPr/>
          </p:nvSpPr>
          <p:spPr>
            <a:xfrm rot="10800000">
              <a:off x="299398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</p:grpSp>
      <p:sp>
        <p:nvSpPr>
          <p:cNvPr id="69" name="타원 68">
            <a:extLst>
              <a:ext uri="{FF2B5EF4-FFF2-40B4-BE49-F238E27FC236}">
                <a16:creationId xmlns:a16="http://schemas.microsoft.com/office/drawing/2014/main" id="{D28EEA8B-90A1-CE13-B8CE-2B537477528E}"/>
              </a:ext>
            </a:extLst>
          </p:cNvPr>
          <p:cNvSpPr/>
          <p:nvPr/>
        </p:nvSpPr>
        <p:spPr>
          <a:xfrm>
            <a:off x="5161606" y="5320685"/>
            <a:ext cx="417111" cy="462379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1EDA5CE2-E312-7109-0C5B-1EF92E71216F}"/>
              </a:ext>
            </a:extLst>
          </p:cNvPr>
          <p:cNvSpPr/>
          <p:nvPr/>
        </p:nvSpPr>
        <p:spPr>
          <a:xfrm>
            <a:off x="4750702" y="2353638"/>
            <a:ext cx="2207498" cy="2171424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BCC4DA-EE4E-D98F-1375-057E0C3BD559}"/>
              </a:ext>
            </a:extLst>
          </p:cNvPr>
          <p:cNvSpPr txBox="1"/>
          <p:nvPr/>
        </p:nvSpPr>
        <p:spPr>
          <a:xfrm>
            <a:off x="1829957" y="4915494"/>
            <a:ext cx="26548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이동시킨 이미지 삭제</a:t>
            </a:r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해당 슬롯 이미지</a:t>
            </a:r>
            <a:r>
              <a:rPr lang="en-US" altLang="ko-KR" dirty="0"/>
              <a:t>on</a:t>
            </a:r>
          </a:p>
        </p:txBody>
      </p:sp>
    </p:spTree>
    <p:extLst>
      <p:ext uri="{BB962C8B-B14F-4D97-AF65-F5344CB8AC3E}">
        <p14:creationId xmlns:p14="http://schemas.microsoft.com/office/powerpoint/2010/main" val="22052550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B6355-5467-0D2B-375A-B1E5CC696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원, 스크린샷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8D90C0-C0F7-D4BE-CE9F-35DFFC6786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6082" y="533400"/>
            <a:ext cx="5126236" cy="4152900"/>
          </a:xfrm>
          <a:prstGeom prst="rect">
            <a:avLst/>
          </a:prstGeom>
        </p:spPr>
      </p:pic>
      <p:sp>
        <p:nvSpPr>
          <p:cNvPr id="7" name="타원 6">
            <a:extLst>
              <a:ext uri="{FF2B5EF4-FFF2-40B4-BE49-F238E27FC236}">
                <a16:creationId xmlns:a16="http://schemas.microsoft.com/office/drawing/2014/main" id="{9656A509-4FE4-7A33-B2AE-CC67BCB38297}"/>
              </a:ext>
            </a:extLst>
          </p:cNvPr>
          <p:cNvSpPr/>
          <p:nvPr/>
        </p:nvSpPr>
        <p:spPr>
          <a:xfrm>
            <a:off x="2794000" y="2179637"/>
            <a:ext cx="2438400" cy="2498725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94DCBB05-4100-214E-505E-20723A14FF3B}"/>
              </a:ext>
            </a:extLst>
          </p:cNvPr>
          <p:cNvSpPr/>
          <p:nvPr/>
        </p:nvSpPr>
        <p:spPr>
          <a:xfrm>
            <a:off x="4064000" y="2281237"/>
            <a:ext cx="2438400" cy="2498725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E377E96C-5D19-D164-2E5D-D5BA4D1BD27A}"/>
              </a:ext>
            </a:extLst>
          </p:cNvPr>
          <p:cNvCxnSpPr>
            <a:cxnSpLocks/>
          </p:cNvCxnSpPr>
          <p:nvPr/>
        </p:nvCxnSpPr>
        <p:spPr>
          <a:xfrm>
            <a:off x="4178300" y="1917700"/>
            <a:ext cx="965200" cy="1041400"/>
          </a:xfrm>
          <a:prstGeom prst="straightConnector1">
            <a:avLst/>
          </a:prstGeom>
          <a:ln w="69850"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8C5AE30-C1A9-3D74-9913-C3786BB1FBDA}"/>
              </a:ext>
            </a:extLst>
          </p:cNvPr>
          <p:cNvSpPr txBox="1"/>
          <p:nvPr/>
        </p:nvSpPr>
        <p:spPr>
          <a:xfrm>
            <a:off x="7592318" y="1112837"/>
            <a:ext cx="22415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역기구학</a:t>
            </a:r>
            <a:r>
              <a:rPr lang="en-US" altLang="ko-KR" dirty="0"/>
              <a:t>?</a:t>
            </a:r>
          </a:p>
          <a:p>
            <a:r>
              <a:rPr lang="en-US" altLang="ko-KR" dirty="0"/>
              <a:t>(Inverse kinematics)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DD83DBB-9313-AE93-9803-4E463A8289C7}"/>
              </a:ext>
            </a:extLst>
          </p:cNvPr>
          <p:cNvSpPr txBox="1"/>
          <p:nvPr/>
        </p:nvSpPr>
        <p:spPr>
          <a:xfrm>
            <a:off x="877454" y="5424269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https://github.com/ctw0727/2D_Robotic_Arm/blob/main/KR_RoboticArmPrecoding.cs</a:t>
            </a:r>
          </a:p>
        </p:txBody>
      </p:sp>
    </p:spTree>
    <p:extLst>
      <p:ext uri="{BB962C8B-B14F-4D97-AF65-F5344CB8AC3E}">
        <p14:creationId xmlns:p14="http://schemas.microsoft.com/office/powerpoint/2010/main" val="34894434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그룹 45">
            <a:extLst>
              <a:ext uri="{FF2B5EF4-FFF2-40B4-BE49-F238E27FC236}">
                <a16:creationId xmlns:a16="http://schemas.microsoft.com/office/drawing/2014/main" id="{D177A357-4612-07ED-F8AB-DF8466BE60E5}"/>
              </a:ext>
            </a:extLst>
          </p:cNvPr>
          <p:cNvGrpSpPr/>
          <p:nvPr/>
        </p:nvGrpSpPr>
        <p:grpSpPr>
          <a:xfrm>
            <a:off x="316247" y="323911"/>
            <a:ext cx="7234222" cy="6015955"/>
            <a:chOff x="1293043" y="422568"/>
            <a:chExt cx="6574608" cy="6015955"/>
          </a:xfrm>
        </p:grpSpPr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B0C277EC-D4C1-8F7B-EDF8-321393ACD511}"/>
                </a:ext>
              </a:extLst>
            </p:cNvPr>
            <p:cNvGrpSpPr/>
            <p:nvPr/>
          </p:nvGrpSpPr>
          <p:grpSpPr>
            <a:xfrm>
              <a:off x="1293043" y="422568"/>
              <a:ext cx="6574608" cy="6015955"/>
              <a:chOff x="687845" y="2333987"/>
              <a:chExt cx="4308091" cy="3614370"/>
            </a:xfrm>
            <a:solidFill>
              <a:schemeClr val="bg1"/>
            </a:solidFill>
          </p:grpSpPr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F82A151E-F2B6-CDD4-D1D6-BF0A40F34CD6}"/>
                  </a:ext>
                </a:extLst>
              </p:cNvPr>
              <p:cNvSpPr/>
              <p:nvPr/>
            </p:nvSpPr>
            <p:spPr>
              <a:xfrm>
                <a:off x="2916560" y="4594635"/>
                <a:ext cx="862607" cy="543598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/>
              </a:p>
            </p:txBody>
          </p:sp>
          <p:sp>
            <p:nvSpPr>
              <p:cNvPr id="6" name="사각형: 둥근 모서리 5">
                <a:extLst>
                  <a:ext uri="{FF2B5EF4-FFF2-40B4-BE49-F238E27FC236}">
                    <a16:creationId xmlns:a16="http://schemas.microsoft.com/office/drawing/2014/main" id="{222670D6-ED40-C32B-4B63-92C9AFADD985}"/>
                  </a:ext>
                </a:extLst>
              </p:cNvPr>
              <p:cNvSpPr/>
              <p:nvPr/>
            </p:nvSpPr>
            <p:spPr>
              <a:xfrm>
                <a:off x="1904213" y="4594635"/>
                <a:ext cx="862608" cy="543598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/>
              </a:p>
            </p:txBody>
          </p:sp>
          <p:sp>
            <p:nvSpPr>
              <p:cNvPr id="7" name="육각형 6">
                <a:extLst>
                  <a:ext uri="{FF2B5EF4-FFF2-40B4-BE49-F238E27FC236}">
                    <a16:creationId xmlns:a16="http://schemas.microsoft.com/office/drawing/2014/main" id="{74AAB669-6ADC-F7E9-C8B9-FE4A88A1547F}"/>
                  </a:ext>
                </a:extLst>
              </p:cNvPr>
              <p:cNvSpPr/>
              <p:nvPr/>
            </p:nvSpPr>
            <p:spPr>
              <a:xfrm rot="5400000">
                <a:off x="1828993" y="3153455"/>
                <a:ext cx="2025000" cy="2025000"/>
              </a:xfrm>
              <a:prstGeom prst="hexagon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 dirty="0"/>
              </a:p>
            </p:txBody>
          </p:sp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E1125694-1BE9-AB05-E278-625ECA1D35DF}"/>
                  </a:ext>
                </a:extLst>
              </p:cNvPr>
              <p:cNvSpPr/>
              <p:nvPr/>
            </p:nvSpPr>
            <p:spPr>
              <a:xfrm rot="20011563">
                <a:off x="1967793" y="3310806"/>
                <a:ext cx="704321" cy="9845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 dirty="0"/>
              </a:p>
            </p:txBody>
          </p:sp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68DB6EF1-BFA0-789A-D6B0-722D2714D861}"/>
                  </a:ext>
                </a:extLst>
              </p:cNvPr>
              <p:cNvSpPr/>
              <p:nvPr/>
            </p:nvSpPr>
            <p:spPr>
              <a:xfrm rot="16200000">
                <a:off x="1424096" y="4098379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0A102AC2-3907-B28E-1315-7B51D8252A03}"/>
                  </a:ext>
                </a:extLst>
              </p:cNvPr>
              <p:cNvSpPr/>
              <p:nvPr/>
            </p:nvSpPr>
            <p:spPr>
              <a:xfrm rot="1583793">
                <a:off x="3008452" y="3309710"/>
                <a:ext cx="704321" cy="9845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670C2189-AC82-6E35-1D26-4589C6FB746D}"/>
                  </a:ext>
                </a:extLst>
              </p:cNvPr>
              <p:cNvSpPr/>
              <p:nvPr/>
            </p:nvSpPr>
            <p:spPr>
              <a:xfrm rot="10800000">
                <a:off x="1979126" y="5137988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12" name="직사각형 11">
                <a:extLst>
                  <a:ext uri="{FF2B5EF4-FFF2-40B4-BE49-F238E27FC236}">
                    <a16:creationId xmlns:a16="http://schemas.microsoft.com/office/drawing/2014/main" id="{B9767F94-2149-DF97-2F4A-9F3E89C90A66}"/>
                  </a:ext>
                </a:extLst>
              </p:cNvPr>
              <p:cNvSpPr/>
              <p:nvPr/>
            </p:nvSpPr>
            <p:spPr>
              <a:xfrm rot="10800000">
                <a:off x="2991473" y="5137988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CDBF8FD0-BAD6-36C2-25D8-5A75E69CFDB2}"/>
                  </a:ext>
                </a:extLst>
              </p:cNvPr>
              <p:cNvSpPr/>
              <p:nvPr/>
            </p:nvSpPr>
            <p:spPr>
              <a:xfrm>
                <a:off x="1904213" y="5235271"/>
                <a:ext cx="862608" cy="619755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/>
              </a:p>
            </p:txBody>
          </p:sp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453FB89A-5CD9-0D93-C506-B0FA7F0FB979}"/>
                  </a:ext>
                </a:extLst>
              </p:cNvPr>
              <p:cNvSpPr/>
              <p:nvPr/>
            </p:nvSpPr>
            <p:spPr>
              <a:xfrm>
                <a:off x="2916560" y="5235271"/>
                <a:ext cx="862608" cy="619755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/>
              </a:p>
            </p:txBody>
          </p:sp>
          <p:sp>
            <p:nvSpPr>
              <p:cNvPr id="19" name="직사각형 18">
                <a:extLst>
                  <a:ext uri="{FF2B5EF4-FFF2-40B4-BE49-F238E27FC236}">
                    <a16:creationId xmlns:a16="http://schemas.microsoft.com/office/drawing/2014/main" id="{612BB1C5-4231-2662-6E5E-D9E3070E0E18}"/>
                  </a:ext>
                </a:extLst>
              </p:cNvPr>
              <p:cNvSpPr/>
              <p:nvPr/>
            </p:nvSpPr>
            <p:spPr>
              <a:xfrm rot="16200000">
                <a:off x="3546904" y="4098380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 dirty="0"/>
              </a:p>
            </p:txBody>
          </p:sp>
          <p:sp>
            <p:nvSpPr>
              <p:cNvPr id="35" name="사각형: 둥근 모서리 34">
                <a:extLst>
                  <a:ext uri="{FF2B5EF4-FFF2-40B4-BE49-F238E27FC236}">
                    <a16:creationId xmlns:a16="http://schemas.microsoft.com/office/drawing/2014/main" id="{5822221A-D744-E44E-A5CB-AC1AC7328BC8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/>
              </a:p>
            </p:txBody>
          </p:sp>
          <p:sp>
            <p:nvSpPr>
              <p:cNvPr id="32" name="사각형: 둥근 모서리 31">
                <a:extLst>
                  <a:ext uri="{FF2B5EF4-FFF2-40B4-BE49-F238E27FC236}">
                    <a16:creationId xmlns:a16="http://schemas.microsoft.com/office/drawing/2014/main" id="{046C95BD-BB0D-8A3A-2810-6991BC84799D}"/>
                  </a:ext>
                </a:extLst>
              </p:cNvPr>
              <p:cNvSpPr/>
              <p:nvPr/>
            </p:nvSpPr>
            <p:spPr>
              <a:xfrm rot="20016713">
                <a:off x="1532665" y="2338583"/>
                <a:ext cx="1044000" cy="1044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/>
              </a:p>
            </p:txBody>
          </p:sp>
          <p:sp>
            <p:nvSpPr>
              <p:cNvPr id="29" name="사각형: 둥근 모서리 28">
                <a:extLst>
                  <a:ext uri="{FF2B5EF4-FFF2-40B4-BE49-F238E27FC236}">
                    <a16:creationId xmlns:a16="http://schemas.microsoft.com/office/drawing/2014/main" id="{FC859FB2-B793-19A1-0067-A99DEA40787F}"/>
                  </a:ext>
                </a:extLst>
              </p:cNvPr>
              <p:cNvSpPr/>
              <p:nvPr/>
            </p:nvSpPr>
            <p:spPr>
              <a:xfrm rot="1600827">
                <a:off x="3098846" y="2333987"/>
                <a:ext cx="1044000" cy="1044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 dirty="0"/>
              </a:p>
            </p:txBody>
          </p:sp>
          <p:sp>
            <p:nvSpPr>
              <p:cNvPr id="26" name="사각형: 둥근 모서리 25">
                <a:extLst>
                  <a:ext uri="{FF2B5EF4-FFF2-40B4-BE49-F238E27FC236}">
                    <a16:creationId xmlns:a16="http://schemas.microsoft.com/office/drawing/2014/main" id="{F22202E4-3BC9-DBBE-215D-0A3B518B4FEE}"/>
                  </a:ext>
                </a:extLst>
              </p:cNvPr>
              <p:cNvSpPr/>
              <p:nvPr/>
            </p:nvSpPr>
            <p:spPr>
              <a:xfrm>
                <a:off x="3951936" y="3625020"/>
                <a:ext cx="1044000" cy="1044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/>
              </a:p>
            </p:txBody>
          </p:sp>
          <p:sp>
            <p:nvSpPr>
              <p:cNvPr id="24" name="직사각형 23">
                <a:extLst>
                  <a:ext uri="{FF2B5EF4-FFF2-40B4-BE49-F238E27FC236}">
                    <a16:creationId xmlns:a16="http://schemas.microsoft.com/office/drawing/2014/main" id="{ADB1AB5D-D091-801B-A628-3FCDF27406FE}"/>
                  </a:ext>
                </a:extLst>
              </p:cNvPr>
              <p:cNvSpPr/>
              <p:nvPr/>
            </p:nvSpPr>
            <p:spPr>
              <a:xfrm rot="10800000">
                <a:off x="1979125" y="5851075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25" name="직사각형 24">
                <a:extLst>
                  <a:ext uri="{FF2B5EF4-FFF2-40B4-BE49-F238E27FC236}">
                    <a16:creationId xmlns:a16="http://schemas.microsoft.com/office/drawing/2014/main" id="{A5F3E81B-E064-A30C-3429-867EF6624261}"/>
                  </a:ext>
                </a:extLst>
              </p:cNvPr>
              <p:cNvSpPr/>
              <p:nvPr/>
            </p:nvSpPr>
            <p:spPr>
              <a:xfrm rot="10800000">
                <a:off x="2993985" y="5851075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82" name="직사각형 81">
                <a:extLst>
                  <a:ext uri="{FF2B5EF4-FFF2-40B4-BE49-F238E27FC236}">
                    <a16:creationId xmlns:a16="http://schemas.microsoft.com/office/drawing/2014/main" id="{184E9E63-FB97-9FA4-3A31-57EDEDD04FD0}"/>
                  </a:ext>
                </a:extLst>
              </p:cNvPr>
              <p:cNvSpPr/>
              <p:nvPr/>
            </p:nvSpPr>
            <p:spPr>
              <a:xfrm rot="16200000">
                <a:off x="1422005" y="4097962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 dirty="0"/>
              </a:p>
            </p:txBody>
          </p:sp>
          <p:sp>
            <p:nvSpPr>
              <p:cNvPr id="83" name="직사각형 82">
                <a:extLst>
                  <a:ext uri="{FF2B5EF4-FFF2-40B4-BE49-F238E27FC236}">
                    <a16:creationId xmlns:a16="http://schemas.microsoft.com/office/drawing/2014/main" id="{999A2466-858D-F305-DDC2-B2E5C1EE0967}"/>
                  </a:ext>
                </a:extLst>
              </p:cNvPr>
              <p:cNvSpPr/>
              <p:nvPr/>
            </p:nvSpPr>
            <p:spPr>
              <a:xfrm rot="1583793">
                <a:off x="3006361" y="3309294"/>
                <a:ext cx="704321" cy="9845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84" name="직사각형 83">
                <a:extLst>
                  <a:ext uri="{FF2B5EF4-FFF2-40B4-BE49-F238E27FC236}">
                    <a16:creationId xmlns:a16="http://schemas.microsoft.com/office/drawing/2014/main" id="{E277BBDA-DE5E-6F53-2535-80DE4A8B7469}"/>
                  </a:ext>
                </a:extLst>
              </p:cNvPr>
              <p:cNvSpPr/>
              <p:nvPr/>
            </p:nvSpPr>
            <p:spPr>
              <a:xfrm rot="10800000">
                <a:off x="1977035" y="5137572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85" name="직사각형 84">
                <a:extLst>
                  <a:ext uri="{FF2B5EF4-FFF2-40B4-BE49-F238E27FC236}">
                    <a16:creationId xmlns:a16="http://schemas.microsoft.com/office/drawing/2014/main" id="{D26DC1A1-07F4-693D-449D-DE12A6E0320E}"/>
                  </a:ext>
                </a:extLst>
              </p:cNvPr>
              <p:cNvSpPr/>
              <p:nvPr/>
            </p:nvSpPr>
            <p:spPr>
              <a:xfrm rot="10800000">
                <a:off x="2989382" y="5137572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86" name="직사각형 85">
                <a:extLst>
                  <a:ext uri="{FF2B5EF4-FFF2-40B4-BE49-F238E27FC236}">
                    <a16:creationId xmlns:a16="http://schemas.microsoft.com/office/drawing/2014/main" id="{45C7A4DD-009C-4FA8-F780-B473031C7474}"/>
                  </a:ext>
                </a:extLst>
              </p:cNvPr>
              <p:cNvSpPr/>
              <p:nvPr/>
            </p:nvSpPr>
            <p:spPr>
              <a:xfrm rot="16200000">
                <a:off x="3544813" y="4097964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 dirty="0"/>
              </a:p>
            </p:txBody>
          </p:sp>
          <p:sp>
            <p:nvSpPr>
              <p:cNvPr id="87" name="직사각형 86">
                <a:extLst>
                  <a:ext uri="{FF2B5EF4-FFF2-40B4-BE49-F238E27FC236}">
                    <a16:creationId xmlns:a16="http://schemas.microsoft.com/office/drawing/2014/main" id="{5D37F62F-5295-868E-8BE6-2E03262F7FEB}"/>
                  </a:ext>
                </a:extLst>
              </p:cNvPr>
              <p:cNvSpPr/>
              <p:nvPr/>
            </p:nvSpPr>
            <p:spPr>
              <a:xfrm rot="10800000">
                <a:off x="1977034" y="5850659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88" name="직사각형 87">
                <a:extLst>
                  <a:ext uri="{FF2B5EF4-FFF2-40B4-BE49-F238E27FC236}">
                    <a16:creationId xmlns:a16="http://schemas.microsoft.com/office/drawing/2014/main" id="{FEE9F76B-333B-5341-BEA7-E359F4DFEF27}"/>
                  </a:ext>
                </a:extLst>
              </p:cNvPr>
              <p:cNvSpPr/>
              <p:nvPr/>
            </p:nvSpPr>
            <p:spPr>
              <a:xfrm rot="10800000">
                <a:off x="2991894" y="5850659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C1496211-625F-A6BE-D5F6-6A0BA7313083}"/>
                </a:ext>
              </a:extLst>
            </p:cNvPr>
            <p:cNvSpPr/>
            <p:nvPr/>
          </p:nvSpPr>
          <p:spPr>
            <a:xfrm>
              <a:off x="4562299" y="3416880"/>
              <a:ext cx="46494" cy="46800"/>
            </a:xfrm>
            <a:prstGeom prst="ellipse">
              <a:avLst/>
            </a:prstGeom>
            <a:solidFill>
              <a:srgbClr val="C0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" name="타원 1">
            <a:extLst>
              <a:ext uri="{FF2B5EF4-FFF2-40B4-BE49-F238E27FC236}">
                <a16:creationId xmlns:a16="http://schemas.microsoft.com/office/drawing/2014/main" id="{51C2B642-4BEA-27E4-C497-30AA9543B386}"/>
              </a:ext>
            </a:extLst>
          </p:cNvPr>
          <p:cNvSpPr/>
          <p:nvPr/>
        </p:nvSpPr>
        <p:spPr>
          <a:xfrm>
            <a:off x="9506139" y="3961832"/>
            <a:ext cx="183600" cy="183600"/>
          </a:xfrm>
          <a:prstGeom prst="ellipse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  <a:alpha val="0"/>
              </a:schemeClr>
            </a:solidFill>
          </a:ln>
          <a:scene3d>
            <a:camera prst="orthographicFront"/>
            <a:lightRig rig="threePt" dir="t">
              <a:rot lat="0" lon="0" rev="2700000"/>
            </a:lightRig>
          </a:scene3d>
          <a:sp3d prstMaterial="softEdge">
            <a:bevelT w="114300" prst="hardEdg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EE1E3DA7-0339-AE44-2544-D3D5F885ACD6}"/>
              </a:ext>
            </a:extLst>
          </p:cNvPr>
          <p:cNvGrpSpPr/>
          <p:nvPr/>
        </p:nvGrpSpPr>
        <p:grpSpPr>
          <a:xfrm>
            <a:off x="8166816" y="4500651"/>
            <a:ext cx="768574" cy="67492"/>
            <a:chOff x="8166816" y="4500651"/>
            <a:chExt cx="768574" cy="67492"/>
          </a:xfrm>
        </p:grpSpPr>
        <p:sp>
          <p:nvSpPr>
            <p:cNvPr id="79" name="자유형: 도형 78">
              <a:extLst>
                <a:ext uri="{FF2B5EF4-FFF2-40B4-BE49-F238E27FC236}">
                  <a16:creationId xmlns:a16="http://schemas.microsoft.com/office/drawing/2014/main" id="{F6F2081D-45A7-C49E-9EBC-7DB0332C7588}"/>
                </a:ext>
              </a:extLst>
            </p:cNvPr>
            <p:cNvSpPr/>
            <p:nvPr/>
          </p:nvSpPr>
          <p:spPr>
            <a:xfrm rot="10800000">
              <a:off x="8745936" y="4500651"/>
              <a:ext cx="189454" cy="67492"/>
            </a:xfrm>
            <a:custGeom>
              <a:avLst/>
              <a:gdLst>
                <a:gd name="csX0" fmla="*/ 343891 w 419729"/>
                <a:gd name="csY0" fmla="*/ 67492 h 67492"/>
                <a:gd name="csX1" fmla="*/ 295791 w 419729"/>
                <a:gd name="csY1" fmla="*/ 67492 h 67492"/>
                <a:gd name="csX2" fmla="*/ 279198 w 419729"/>
                <a:gd name="csY2" fmla="*/ 67492 h 67492"/>
                <a:gd name="csX3" fmla="*/ 271040 w 419729"/>
                <a:gd name="csY3" fmla="*/ 67492 h 67492"/>
                <a:gd name="csX4" fmla="*/ 251237 w 419729"/>
                <a:gd name="csY4" fmla="*/ 67492 h 67492"/>
                <a:gd name="csX5" fmla="*/ 0 w 419729"/>
                <a:gd name="csY5" fmla="*/ 67492 h 67492"/>
                <a:gd name="csX6" fmla="*/ 0 w 419729"/>
                <a:gd name="csY6" fmla="*/ 59274 h 67492"/>
                <a:gd name="csX7" fmla="*/ 188727 w 419729"/>
                <a:gd name="csY7" fmla="*/ 59274 h 67492"/>
                <a:gd name="csX8" fmla="*/ 237623 w 419729"/>
                <a:gd name="csY8" fmla="*/ 33593 h 67492"/>
                <a:gd name="csX9" fmla="*/ 188727 w 419729"/>
                <a:gd name="csY9" fmla="*/ 7912 h 67492"/>
                <a:gd name="csX10" fmla="*/ 0 w 419729"/>
                <a:gd name="csY10" fmla="*/ 7912 h 67492"/>
                <a:gd name="csX11" fmla="*/ 0 w 419729"/>
                <a:gd name="csY11" fmla="*/ 0 h 67492"/>
                <a:gd name="csX12" fmla="*/ 251237 w 419729"/>
                <a:gd name="csY12" fmla="*/ 0 h 67492"/>
                <a:gd name="csX13" fmla="*/ 271040 w 419729"/>
                <a:gd name="csY13" fmla="*/ 0 h 67492"/>
                <a:gd name="csX14" fmla="*/ 279198 w 419729"/>
                <a:gd name="csY14" fmla="*/ 0 h 67492"/>
                <a:gd name="csX15" fmla="*/ 295791 w 419729"/>
                <a:gd name="csY15" fmla="*/ 0 h 67492"/>
                <a:gd name="csX16" fmla="*/ 343891 w 419729"/>
                <a:gd name="csY16" fmla="*/ 0 h 67492"/>
                <a:gd name="csX17" fmla="*/ 351329 w 419729"/>
                <a:gd name="csY17" fmla="*/ 7761 h 67492"/>
                <a:gd name="csX18" fmla="*/ 351329 w 419729"/>
                <a:gd name="csY18" fmla="*/ 2381 h 67492"/>
                <a:gd name="csX19" fmla="*/ 419729 w 419729"/>
                <a:gd name="csY19" fmla="*/ 32981 h 67492"/>
                <a:gd name="csX20" fmla="*/ 351329 w 419729"/>
                <a:gd name="csY20" fmla="*/ 63581 h 67492"/>
                <a:gd name="csX21" fmla="*/ 351329 w 419729"/>
                <a:gd name="csY21" fmla="*/ 59732 h 674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419729" h="67492">
                  <a:moveTo>
                    <a:pt x="343891" y="67492"/>
                  </a:moveTo>
                  <a:lnTo>
                    <a:pt x="295791" y="67492"/>
                  </a:lnTo>
                  <a:lnTo>
                    <a:pt x="279198" y="67492"/>
                  </a:lnTo>
                  <a:lnTo>
                    <a:pt x="271040" y="67492"/>
                  </a:lnTo>
                  <a:lnTo>
                    <a:pt x="251237" y="67492"/>
                  </a:lnTo>
                  <a:lnTo>
                    <a:pt x="0" y="67492"/>
                  </a:lnTo>
                  <a:lnTo>
                    <a:pt x="0" y="59274"/>
                  </a:lnTo>
                  <a:lnTo>
                    <a:pt x="188727" y="59274"/>
                  </a:lnTo>
                  <a:cubicBezTo>
                    <a:pt x="215742" y="59274"/>
                    <a:pt x="237623" y="47774"/>
                    <a:pt x="237623" y="33593"/>
                  </a:cubicBezTo>
                  <a:cubicBezTo>
                    <a:pt x="237623" y="19412"/>
                    <a:pt x="215742" y="7912"/>
                    <a:pt x="188727" y="7912"/>
                  </a:cubicBezTo>
                  <a:lnTo>
                    <a:pt x="0" y="7912"/>
                  </a:lnTo>
                  <a:lnTo>
                    <a:pt x="0" y="0"/>
                  </a:lnTo>
                  <a:lnTo>
                    <a:pt x="251237" y="0"/>
                  </a:lnTo>
                  <a:lnTo>
                    <a:pt x="271040" y="0"/>
                  </a:lnTo>
                  <a:lnTo>
                    <a:pt x="279198" y="0"/>
                  </a:lnTo>
                  <a:lnTo>
                    <a:pt x="295791" y="0"/>
                  </a:lnTo>
                  <a:lnTo>
                    <a:pt x="343891" y="0"/>
                  </a:lnTo>
                  <a:lnTo>
                    <a:pt x="351329" y="7761"/>
                  </a:lnTo>
                  <a:lnTo>
                    <a:pt x="351329" y="2381"/>
                  </a:lnTo>
                  <a:lnTo>
                    <a:pt x="419729" y="32981"/>
                  </a:lnTo>
                  <a:lnTo>
                    <a:pt x="351329" y="63581"/>
                  </a:lnTo>
                  <a:lnTo>
                    <a:pt x="351329" y="59732"/>
                  </a:lnTo>
                  <a:close/>
                </a:path>
              </a:pathLst>
            </a:custGeom>
            <a:solidFill>
              <a:srgbClr val="FFFFEB"/>
            </a:solidFill>
            <a:ln>
              <a:solidFill>
                <a:srgbClr val="FCFFDD"/>
              </a:solidFill>
            </a:ln>
            <a:scene3d>
              <a:camera prst="orthographicFront"/>
              <a:lightRig rig="threePt" dir="t"/>
            </a:scene3d>
            <a:sp3d>
              <a:bevelT w="12700" h="127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44951657-89B9-5298-58CA-09F30319D293}"/>
                </a:ext>
              </a:extLst>
            </p:cNvPr>
            <p:cNvSpPr/>
            <p:nvPr/>
          </p:nvSpPr>
          <p:spPr>
            <a:xfrm rot="10800000">
              <a:off x="8166816" y="4520875"/>
              <a:ext cx="579120" cy="29482"/>
            </a:xfrm>
            <a:prstGeom prst="rect">
              <a:avLst/>
            </a:prstGeom>
            <a:solidFill>
              <a:srgbClr val="F3F3F3"/>
            </a:solidFill>
            <a:ln>
              <a:solidFill>
                <a:schemeClr val="bg2">
                  <a:lumMod val="90000"/>
                </a:schemeClr>
              </a:solidFill>
            </a:ln>
            <a:scene3d>
              <a:camera prst="orthographicFront"/>
              <a:lightRig rig="threePt" dir="t"/>
            </a:scene3d>
            <a:sp3d>
              <a:bevelT w="139700" prst="cross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99640388-3062-B5C1-777D-932A7D87C3F4}"/>
                </a:ext>
              </a:extLst>
            </p:cNvPr>
            <p:cNvSpPr/>
            <p:nvPr/>
          </p:nvSpPr>
          <p:spPr>
            <a:xfrm rot="10800000">
              <a:off x="8685016" y="4532016"/>
              <a:ext cx="25200" cy="3600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  <a:scene3d>
              <a:camera prst="orthographicFront"/>
              <a:lightRig rig="threePt" dir="t"/>
            </a:scene3d>
            <a:sp3d>
              <a:bevelT w="139700" prst="cross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DF0B1B50-3627-E3F1-4F52-5B8771682AF2}"/>
              </a:ext>
            </a:extLst>
          </p:cNvPr>
          <p:cNvSpPr/>
          <p:nvPr/>
        </p:nvSpPr>
        <p:spPr>
          <a:xfrm rot="10800000">
            <a:off x="8166816" y="4836725"/>
            <a:ext cx="919639" cy="28800"/>
          </a:xfrm>
          <a:prstGeom prst="rect">
            <a:avLst/>
          </a:prstGeom>
          <a:solidFill>
            <a:srgbClr val="F3F3F3"/>
          </a:solidFill>
          <a:ln>
            <a:solidFill>
              <a:schemeClr val="bg2">
                <a:lumMod val="90000"/>
              </a:schemeClr>
            </a:solidFill>
          </a:ln>
          <a:scene3d>
            <a:camera prst="orthographicFront"/>
            <a:lightRig rig="threePt" dir="t"/>
          </a:scene3d>
          <a:sp3d>
            <a:bevelT w="139700" prst="cross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육각형 90">
            <a:extLst>
              <a:ext uri="{FF2B5EF4-FFF2-40B4-BE49-F238E27FC236}">
                <a16:creationId xmlns:a16="http://schemas.microsoft.com/office/drawing/2014/main" id="{EA49EC0B-2B4B-1184-2907-41C2429EF1B9}"/>
              </a:ext>
            </a:extLst>
          </p:cNvPr>
          <p:cNvSpPr/>
          <p:nvPr/>
        </p:nvSpPr>
        <p:spPr>
          <a:xfrm rot="16200000">
            <a:off x="8238744" y="3584448"/>
            <a:ext cx="579120" cy="579600"/>
          </a:xfrm>
          <a:prstGeom prst="hexagon">
            <a:avLst/>
          </a:prstGeom>
          <a:solidFill>
            <a:schemeClr val="bg2">
              <a:lumMod val="90000"/>
            </a:schemeClr>
          </a:solidFill>
          <a:ln>
            <a:solidFill>
              <a:schemeClr val="bg2"/>
            </a:solidFill>
          </a:ln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육각형 93">
            <a:extLst>
              <a:ext uri="{FF2B5EF4-FFF2-40B4-BE49-F238E27FC236}">
                <a16:creationId xmlns:a16="http://schemas.microsoft.com/office/drawing/2014/main" id="{8C4717DD-28E1-3223-1AEF-5FCD4ADEE59E}"/>
              </a:ext>
            </a:extLst>
          </p:cNvPr>
          <p:cNvSpPr/>
          <p:nvPr/>
        </p:nvSpPr>
        <p:spPr>
          <a:xfrm>
            <a:off x="8166816" y="323911"/>
            <a:ext cx="3575402" cy="3082243"/>
          </a:xfrm>
          <a:prstGeom prst="hexagon">
            <a:avLst/>
          </a:prstGeom>
          <a:solidFill>
            <a:schemeClr val="bg1"/>
          </a:solidFill>
          <a:ln>
            <a:noFill/>
          </a:ln>
          <a:effectLst/>
          <a:scene3d>
            <a:camera prst="orthographicFront"/>
            <a:lightRig rig="threePt" dir="t"/>
          </a:scene3d>
          <a:sp3d prstMaterial="flat">
            <a:bevelT w="139700" h="139700" prst="divot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 dirty="0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7D529CE4-3ACE-A290-993E-EE37F269126E}"/>
              </a:ext>
            </a:extLst>
          </p:cNvPr>
          <p:cNvSpPr/>
          <p:nvPr/>
        </p:nvSpPr>
        <p:spPr>
          <a:xfrm>
            <a:off x="9862717" y="3961832"/>
            <a:ext cx="183600" cy="183600"/>
          </a:xfrm>
          <a:prstGeom prst="ellipse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  <a:alpha val="0"/>
              </a:schemeClr>
            </a:solidFill>
          </a:ln>
          <a:scene3d>
            <a:camera prst="orthographicFront"/>
            <a:lightRig rig="threePt" dir="t">
              <a:rot lat="0" lon="0" rev="2700000"/>
            </a:lightRig>
          </a:scene3d>
          <a:sp3d prstMaterial="softEdge">
            <a:bevelT w="165100" prst="coolSlan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85063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CFA40EA3-36F3-7783-8735-C1AC976DFF01}"/>
              </a:ext>
            </a:extLst>
          </p:cNvPr>
          <p:cNvGrpSpPr/>
          <p:nvPr/>
        </p:nvGrpSpPr>
        <p:grpSpPr>
          <a:xfrm>
            <a:off x="929678" y="527818"/>
            <a:ext cx="6817236" cy="5482729"/>
            <a:chOff x="1065363" y="650215"/>
            <a:chExt cx="6817236" cy="5482729"/>
          </a:xfrm>
        </p:grpSpPr>
        <p:pic>
          <p:nvPicPr>
            <p:cNvPr id="4" name="그림 3" descr="원, 스케치, 도표, 그림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CFE83A01-C357-A1D9-6BAA-0AAFE258619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65363" y="650215"/>
              <a:ext cx="6817236" cy="5482729"/>
            </a:xfrm>
            <a:prstGeom prst="rect">
              <a:avLst/>
            </a:prstGeom>
          </p:spPr>
        </p:pic>
        <p:cxnSp>
          <p:nvCxnSpPr>
            <p:cNvPr id="6" name="직선 연결선 5">
              <a:extLst>
                <a:ext uri="{FF2B5EF4-FFF2-40B4-BE49-F238E27FC236}">
                  <a16:creationId xmlns:a16="http://schemas.microsoft.com/office/drawing/2014/main" id="{83318C3F-4BB2-513D-2453-3417672F0AA4}"/>
                </a:ext>
              </a:extLst>
            </p:cNvPr>
            <p:cNvCxnSpPr/>
            <p:nvPr/>
          </p:nvCxnSpPr>
          <p:spPr>
            <a:xfrm flipH="1">
              <a:off x="2549236" y="1126836"/>
              <a:ext cx="1939637" cy="3140364"/>
            </a:xfrm>
            <a:prstGeom prst="line">
              <a:avLst/>
            </a:prstGeom>
            <a:ln>
              <a:solidFill>
                <a:srgbClr val="C00000"/>
              </a:solidFill>
              <a:prstDash val="dash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EB7EF093-B86D-5732-979C-BFD5B9FA0458}"/>
                </a:ext>
              </a:extLst>
            </p:cNvPr>
            <p:cNvSpPr/>
            <p:nvPr/>
          </p:nvSpPr>
          <p:spPr>
            <a:xfrm>
              <a:off x="3574473" y="2392218"/>
              <a:ext cx="175491" cy="221673"/>
            </a:xfrm>
            <a:prstGeom prst="ellipse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B7418993-0B1A-40C4-D415-553E6C9F8FC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49236" y="4267200"/>
              <a:ext cx="4119419" cy="0"/>
            </a:xfrm>
            <a:prstGeom prst="line">
              <a:avLst/>
            </a:prstGeom>
            <a:ln>
              <a:solidFill>
                <a:srgbClr val="C00000"/>
              </a:solidFill>
              <a:prstDash val="dash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2" name="직선 화살표 연결선 11">
              <a:extLst>
                <a:ext uri="{FF2B5EF4-FFF2-40B4-BE49-F238E27FC236}">
                  <a16:creationId xmlns:a16="http://schemas.microsoft.com/office/drawing/2014/main" id="{373D7E16-F167-50A3-1E1B-10E0B1CC92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1372" y="2687782"/>
              <a:ext cx="966992" cy="150552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직선 화살표 연결선 14">
              <a:extLst>
                <a:ext uri="{FF2B5EF4-FFF2-40B4-BE49-F238E27FC236}">
                  <a16:creationId xmlns:a16="http://schemas.microsoft.com/office/drawing/2014/main" id="{4ECA2405-DC17-67BF-A74D-EFCB9FA8217A}"/>
                </a:ext>
              </a:extLst>
            </p:cNvPr>
            <p:cNvCxnSpPr>
              <a:cxnSpLocks/>
            </p:cNvCxnSpPr>
            <p:nvPr/>
          </p:nvCxnSpPr>
          <p:spPr>
            <a:xfrm>
              <a:off x="2681372" y="4193310"/>
              <a:ext cx="179260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B1130656-EBB6-053C-933E-6E509348C61B}"/>
                </a:ext>
              </a:extLst>
            </p:cNvPr>
            <p:cNvSpPr/>
            <p:nvPr/>
          </p:nvSpPr>
          <p:spPr>
            <a:xfrm>
              <a:off x="2730757" y="2059894"/>
              <a:ext cx="868222" cy="36933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현재 끝점</a:t>
              </a: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4012F1DB-E95E-AD99-70C3-2898006E1DB0}"/>
                </a:ext>
              </a:extLst>
            </p:cNvPr>
            <p:cNvSpPr/>
            <p:nvPr/>
          </p:nvSpPr>
          <p:spPr>
            <a:xfrm>
              <a:off x="4561726" y="4368921"/>
              <a:ext cx="868222" cy="36933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목적지</a:t>
              </a:r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300758B0-8B04-3533-7E49-A9273B88B0AD}"/>
                </a:ext>
              </a:extLst>
            </p:cNvPr>
            <p:cNvSpPr/>
            <p:nvPr/>
          </p:nvSpPr>
          <p:spPr>
            <a:xfrm>
              <a:off x="4473981" y="4147248"/>
              <a:ext cx="175491" cy="221673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8858507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C7937-E8C7-F2F6-6F9E-CF968FF9A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594EE151-8DF0-8D84-6C1A-A9D987806175}"/>
              </a:ext>
            </a:extLst>
          </p:cNvPr>
          <p:cNvSpPr txBox="1"/>
          <p:nvPr/>
        </p:nvSpPr>
        <p:spPr>
          <a:xfrm>
            <a:off x="4036291" y="517236"/>
            <a:ext cx="732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Idle</a:t>
            </a:r>
          </a:p>
          <a:p>
            <a:r>
              <a:rPr lang="en-US" altLang="ko-KR" dirty="0"/>
              <a:t>(fold)</a:t>
            </a:r>
            <a:endParaRPr lang="ko-KR" altLang="en-US" dirty="0"/>
          </a:p>
        </p:txBody>
      </p:sp>
      <p:pic>
        <p:nvPicPr>
          <p:cNvPr id="16" name="그림 15" descr="렌치, 공구, 가정용 하드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3AEE66B-6687-F084-A67B-BE4E854D76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129" y="156257"/>
            <a:ext cx="3134162" cy="2629267"/>
          </a:xfrm>
          <a:prstGeom prst="rect">
            <a:avLst/>
          </a:prstGeom>
        </p:spPr>
      </p:pic>
      <p:pic>
        <p:nvPicPr>
          <p:cNvPr id="18" name="그림 17" descr="렌치, 공구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5C57588-AA47-E528-9D7A-817288872D3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9861" b="15667"/>
          <a:stretch>
            <a:fillRect/>
          </a:stretch>
        </p:blipFill>
        <p:spPr>
          <a:xfrm>
            <a:off x="5417361" y="156257"/>
            <a:ext cx="3506184" cy="273953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9FDDB42B-394F-BB20-D38C-1D9E0D799EBA}"/>
              </a:ext>
            </a:extLst>
          </p:cNvPr>
          <p:cNvSpPr txBox="1"/>
          <p:nvPr/>
        </p:nvSpPr>
        <p:spPr>
          <a:xfrm>
            <a:off x="8919896" y="526411"/>
            <a:ext cx="8867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Unfold</a:t>
            </a:r>
          </a:p>
          <a:p>
            <a:endParaRPr lang="en-US" altLang="ko-KR" dirty="0"/>
          </a:p>
        </p:txBody>
      </p:sp>
      <p:pic>
        <p:nvPicPr>
          <p:cNvPr id="21" name="그림 20" descr="렌치, 가정용 하드웨어, 공구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C421575-EEAC-5BBE-244B-88879D4F6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997" y="2962750"/>
            <a:ext cx="3048425" cy="287695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7E34555B-CF9E-F56A-16B1-EA682960C102}"/>
              </a:ext>
            </a:extLst>
          </p:cNvPr>
          <p:cNvSpPr txBox="1"/>
          <p:nvPr/>
        </p:nvSpPr>
        <p:spPr>
          <a:xfrm>
            <a:off x="4023406" y="3059668"/>
            <a:ext cx="612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turn</a:t>
            </a:r>
            <a:endParaRPr lang="ko-KR" altLang="en-US" dirty="0"/>
          </a:p>
        </p:txBody>
      </p:sp>
      <p:pic>
        <p:nvPicPr>
          <p:cNvPr id="27" name="그림 26" descr="안전핀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D8B5CA-506A-E226-479E-28AA7023D7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2289" y="3143749"/>
            <a:ext cx="2905530" cy="251495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8DAF3033-DA69-FA92-67E3-265676FFE811}"/>
              </a:ext>
            </a:extLst>
          </p:cNvPr>
          <p:cNvSpPr txBox="1"/>
          <p:nvPr/>
        </p:nvSpPr>
        <p:spPr>
          <a:xfrm>
            <a:off x="8524170" y="3143749"/>
            <a:ext cx="5709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row</a:t>
            </a:r>
            <a:endParaRPr lang="ko-KR" altLang="en-US" dirty="0"/>
          </a:p>
        </p:txBody>
      </p: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09CF23CF-A748-D0E4-4B2E-B8B549330012}"/>
              </a:ext>
            </a:extLst>
          </p:cNvPr>
          <p:cNvGrpSpPr/>
          <p:nvPr/>
        </p:nvGrpSpPr>
        <p:grpSpPr>
          <a:xfrm>
            <a:off x="2229207" y="1372036"/>
            <a:ext cx="1476720" cy="660600"/>
            <a:chOff x="2229207" y="1372036"/>
            <a:chExt cx="1476720" cy="660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31" name="잉크 30">
                  <a:extLst>
                    <a:ext uri="{FF2B5EF4-FFF2-40B4-BE49-F238E27FC236}">
                      <a16:creationId xmlns:a16="http://schemas.microsoft.com/office/drawing/2014/main" id="{0756CF5B-480D-D469-2939-7F07F94F8E98}"/>
                    </a:ext>
                  </a:extLst>
                </p14:cNvPr>
                <p14:cNvContentPartPr/>
                <p14:nvPr/>
              </p14:nvContentPartPr>
              <p14:xfrm>
                <a:off x="3083127" y="1372036"/>
                <a:ext cx="622800" cy="577800"/>
              </p14:xfrm>
            </p:contentPart>
          </mc:Choice>
          <mc:Fallback xmlns="">
            <p:pic>
              <p:nvPicPr>
                <p:cNvPr id="31" name="잉크 30">
                  <a:extLst>
                    <a:ext uri="{FF2B5EF4-FFF2-40B4-BE49-F238E27FC236}">
                      <a16:creationId xmlns:a16="http://schemas.microsoft.com/office/drawing/2014/main" id="{0756CF5B-480D-D469-2939-7F07F94F8E9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077007" y="1365916"/>
                  <a:ext cx="635040" cy="59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32" name="잉크 31">
                  <a:extLst>
                    <a:ext uri="{FF2B5EF4-FFF2-40B4-BE49-F238E27FC236}">
                      <a16:creationId xmlns:a16="http://schemas.microsoft.com/office/drawing/2014/main" id="{1156F4BC-AE9A-277F-011B-DB3BDBBA59D6}"/>
                    </a:ext>
                  </a:extLst>
                </p14:cNvPr>
                <p14:cNvContentPartPr/>
                <p14:nvPr/>
              </p14:nvContentPartPr>
              <p14:xfrm>
                <a:off x="2456367" y="1553116"/>
                <a:ext cx="708120" cy="479520"/>
              </p14:xfrm>
            </p:contentPart>
          </mc:Choice>
          <mc:Fallback xmlns="">
            <p:pic>
              <p:nvPicPr>
                <p:cNvPr id="32" name="잉크 31">
                  <a:extLst>
                    <a:ext uri="{FF2B5EF4-FFF2-40B4-BE49-F238E27FC236}">
                      <a16:creationId xmlns:a16="http://schemas.microsoft.com/office/drawing/2014/main" id="{1156F4BC-AE9A-277F-011B-DB3BDBBA59D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450247" y="1546996"/>
                  <a:ext cx="720360" cy="49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33" name="잉크 32">
                  <a:extLst>
                    <a:ext uri="{FF2B5EF4-FFF2-40B4-BE49-F238E27FC236}">
                      <a16:creationId xmlns:a16="http://schemas.microsoft.com/office/drawing/2014/main" id="{E811C26A-B251-4E24-FF39-12DC8F9F0906}"/>
                    </a:ext>
                  </a:extLst>
                </p14:cNvPr>
                <p14:cNvContentPartPr/>
                <p14:nvPr/>
              </p14:nvContentPartPr>
              <p14:xfrm>
                <a:off x="2229207" y="1532596"/>
                <a:ext cx="263880" cy="325440"/>
              </p14:xfrm>
            </p:contentPart>
          </mc:Choice>
          <mc:Fallback xmlns="">
            <p:pic>
              <p:nvPicPr>
                <p:cNvPr id="33" name="잉크 32">
                  <a:extLst>
                    <a:ext uri="{FF2B5EF4-FFF2-40B4-BE49-F238E27FC236}">
                      <a16:creationId xmlns:a16="http://schemas.microsoft.com/office/drawing/2014/main" id="{E811C26A-B251-4E24-FF39-12DC8F9F090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223087" y="1526476"/>
                  <a:ext cx="276120" cy="337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5" name="잉크 34">
                <a:extLst>
                  <a:ext uri="{FF2B5EF4-FFF2-40B4-BE49-F238E27FC236}">
                    <a16:creationId xmlns:a16="http://schemas.microsoft.com/office/drawing/2014/main" id="{8C6BC762-CD5C-0E28-A6C5-FFE2657BDB68}"/>
                  </a:ext>
                </a:extLst>
              </p14:cNvPr>
              <p14:cNvContentPartPr/>
              <p14:nvPr/>
            </p14:nvContentPartPr>
            <p14:xfrm>
              <a:off x="8458287" y="1502356"/>
              <a:ext cx="641880" cy="540000"/>
            </p14:xfrm>
          </p:contentPart>
        </mc:Choice>
        <mc:Fallback xmlns="">
          <p:pic>
            <p:nvPicPr>
              <p:cNvPr id="35" name="잉크 34">
                <a:extLst>
                  <a:ext uri="{FF2B5EF4-FFF2-40B4-BE49-F238E27FC236}">
                    <a16:creationId xmlns:a16="http://schemas.microsoft.com/office/drawing/2014/main" id="{8C6BC762-CD5C-0E28-A6C5-FFE2657BDB68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8452167" y="1496236"/>
                <a:ext cx="654120" cy="552240"/>
              </a:xfrm>
              <a:prstGeom prst="rect">
                <a:avLst/>
              </a:prstGeom>
            </p:spPr>
          </p:pic>
        </mc:Fallback>
      </mc:AlternateContent>
      <p:grpSp>
        <p:nvGrpSpPr>
          <p:cNvPr id="42" name="그룹 41">
            <a:extLst>
              <a:ext uri="{FF2B5EF4-FFF2-40B4-BE49-F238E27FC236}">
                <a16:creationId xmlns:a16="http://schemas.microsoft.com/office/drawing/2014/main" id="{9660EEC2-A2C8-68E9-752E-D0B198920478}"/>
              </a:ext>
            </a:extLst>
          </p:cNvPr>
          <p:cNvGrpSpPr/>
          <p:nvPr/>
        </p:nvGrpSpPr>
        <p:grpSpPr>
          <a:xfrm rot="1002820">
            <a:off x="7874607" y="1672352"/>
            <a:ext cx="1019880" cy="326520"/>
            <a:chOff x="7899927" y="1816996"/>
            <a:chExt cx="1019880" cy="326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40" name="잉크 39">
                  <a:extLst>
                    <a:ext uri="{FF2B5EF4-FFF2-40B4-BE49-F238E27FC236}">
                      <a16:creationId xmlns:a16="http://schemas.microsoft.com/office/drawing/2014/main" id="{A9161C5F-7126-5F75-0655-14D958325062}"/>
                    </a:ext>
                  </a:extLst>
                </p14:cNvPr>
                <p14:cNvContentPartPr/>
                <p14:nvPr/>
              </p14:nvContentPartPr>
              <p14:xfrm>
                <a:off x="8064087" y="1901956"/>
                <a:ext cx="855720" cy="241560"/>
              </p14:xfrm>
            </p:contentPart>
          </mc:Choice>
          <mc:Fallback xmlns="">
            <p:pic>
              <p:nvPicPr>
                <p:cNvPr id="40" name="잉크 39">
                  <a:extLst>
                    <a:ext uri="{FF2B5EF4-FFF2-40B4-BE49-F238E27FC236}">
                      <a16:creationId xmlns:a16="http://schemas.microsoft.com/office/drawing/2014/main" id="{A9161C5F-7126-5F75-0655-14D95832506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057967" y="1895836"/>
                  <a:ext cx="86796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41" name="잉크 40">
                  <a:extLst>
                    <a:ext uri="{FF2B5EF4-FFF2-40B4-BE49-F238E27FC236}">
                      <a16:creationId xmlns:a16="http://schemas.microsoft.com/office/drawing/2014/main" id="{151C2AC5-1566-ED2C-168F-24B063816CC3}"/>
                    </a:ext>
                  </a:extLst>
                </p14:cNvPr>
                <p14:cNvContentPartPr/>
                <p14:nvPr/>
              </p14:nvContentPartPr>
              <p14:xfrm>
                <a:off x="7899927" y="1816996"/>
                <a:ext cx="210240" cy="224640"/>
              </p14:xfrm>
            </p:contentPart>
          </mc:Choice>
          <mc:Fallback xmlns="">
            <p:pic>
              <p:nvPicPr>
                <p:cNvPr id="41" name="잉크 40">
                  <a:extLst>
                    <a:ext uri="{FF2B5EF4-FFF2-40B4-BE49-F238E27FC236}">
                      <a16:creationId xmlns:a16="http://schemas.microsoft.com/office/drawing/2014/main" id="{151C2AC5-1566-ED2C-168F-24B063816CC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893807" y="1810876"/>
                  <a:ext cx="222480" cy="236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48" name="잉크 47">
                <a:extLst>
                  <a:ext uri="{FF2B5EF4-FFF2-40B4-BE49-F238E27FC236}">
                    <a16:creationId xmlns:a16="http://schemas.microsoft.com/office/drawing/2014/main" id="{32CA6E41-5A45-46E8-6200-E891CC26669E}"/>
                  </a:ext>
                </a:extLst>
              </p14:cNvPr>
              <p14:cNvContentPartPr/>
              <p14:nvPr/>
            </p14:nvContentPartPr>
            <p14:xfrm>
              <a:off x="2862087" y="4516276"/>
              <a:ext cx="699120" cy="380880"/>
            </p14:xfrm>
          </p:contentPart>
        </mc:Choice>
        <mc:Fallback xmlns="">
          <p:pic>
            <p:nvPicPr>
              <p:cNvPr id="48" name="잉크 47">
                <a:extLst>
                  <a:ext uri="{FF2B5EF4-FFF2-40B4-BE49-F238E27FC236}">
                    <a16:creationId xmlns:a16="http://schemas.microsoft.com/office/drawing/2014/main" id="{32CA6E41-5A45-46E8-6200-E891CC26669E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855967" y="4510156"/>
                <a:ext cx="711360" cy="393120"/>
              </a:xfrm>
              <a:prstGeom prst="rect">
                <a:avLst/>
              </a:prstGeom>
            </p:spPr>
          </p:pic>
        </mc:Fallback>
      </mc:AlternateContent>
      <p:grpSp>
        <p:nvGrpSpPr>
          <p:cNvPr id="54" name="그룹 53">
            <a:extLst>
              <a:ext uri="{FF2B5EF4-FFF2-40B4-BE49-F238E27FC236}">
                <a16:creationId xmlns:a16="http://schemas.microsoft.com/office/drawing/2014/main" id="{E43CB5CD-B16E-7F77-A5BE-15574AD98CB3}"/>
              </a:ext>
            </a:extLst>
          </p:cNvPr>
          <p:cNvGrpSpPr/>
          <p:nvPr/>
        </p:nvGrpSpPr>
        <p:grpSpPr>
          <a:xfrm>
            <a:off x="2189247" y="4053676"/>
            <a:ext cx="775440" cy="795600"/>
            <a:chOff x="2189247" y="4053676"/>
            <a:chExt cx="775440" cy="795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52" name="잉크 51">
                  <a:extLst>
                    <a:ext uri="{FF2B5EF4-FFF2-40B4-BE49-F238E27FC236}">
                      <a16:creationId xmlns:a16="http://schemas.microsoft.com/office/drawing/2014/main" id="{59E7AD8B-A5E8-B202-70FD-0F7AACD89DBD}"/>
                    </a:ext>
                  </a:extLst>
                </p14:cNvPr>
                <p14:cNvContentPartPr/>
                <p14:nvPr/>
              </p14:nvContentPartPr>
              <p14:xfrm>
                <a:off x="2418207" y="4218556"/>
                <a:ext cx="546480" cy="630720"/>
              </p14:xfrm>
            </p:contentPart>
          </mc:Choice>
          <mc:Fallback xmlns="">
            <p:pic>
              <p:nvPicPr>
                <p:cNvPr id="52" name="잉크 51">
                  <a:extLst>
                    <a:ext uri="{FF2B5EF4-FFF2-40B4-BE49-F238E27FC236}">
                      <a16:creationId xmlns:a16="http://schemas.microsoft.com/office/drawing/2014/main" id="{59E7AD8B-A5E8-B202-70FD-0F7AACD89DB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412087" y="4212436"/>
                  <a:ext cx="558720" cy="64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53" name="잉크 52">
                  <a:extLst>
                    <a:ext uri="{FF2B5EF4-FFF2-40B4-BE49-F238E27FC236}">
                      <a16:creationId xmlns:a16="http://schemas.microsoft.com/office/drawing/2014/main" id="{07DAFDC9-0259-B5BD-2909-25D99386037B}"/>
                    </a:ext>
                  </a:extLst>
                </p14:cNvPr>
                <p14:cNvContentPartPr/>
                <p14:nvPr/>
              </p14:nvContentPartPr>
              <p14:xfrm>
                <a:off x="2189247" y="4053676"/>
                <a:ext cx="369360" cy="374760"/>
              </p14:xfrm>
            </p:contentPart>
          </mc:Choice>
          <mc:Fallback xmlns="">
            <p:pic>
              <p:nvPicPr>
                <p:cNvPr id="53" name="잉크 52">
                  <a:extLst>
                    <a:ext uri="{FF2B5EF4-FFF2-40B4-BE49-F238E27FC236}">
                      <a16:creationId xmlns:a16="http://schemas.microsoft.com/office/drawing/2014/main" id="{07DAFDC9-0259-B5BD-2909-25D99386037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183127" y="4047556"/>
                  <a:ext cx="381600" cy="387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BE5801A7-C115-781B-82C2-0A8759E2EB99}"/>
              </a:ext>
            </a:extLst>
          </p:cNvPr>
          <p:cNvGrpSpPr/>
          <p:nvPr/>
        </p:nvGrpSpPr>
        <p:grpSpPr>
          <a:xfrm>
            <a:off x="5790687" y="4229356"/>
            <a:ext cx="1940040" cy="271080"/>
            <a:chOff x="5790687" y="4229356"/>
            <a:chExt cx="1940040" cy="27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55" name="잉크 54">
                  <a:extLst>
                    <a:ext uri="{FF2B5EF4-FFF2-40B4-BE49-F238E27FC236}">
                      <a16:creationId xmlns:a16="http://schemas.microsoft.com/office/drawing/2014/main" id="{EC664B98-404D-8325-5877-6A90286DA2F0}"/>
                    </a:ext>
                  </a:extLst>
                </p14:cNvPr>
                <p14:cNvContentPartPr/>
                <p14:nvPr/>
              </p14:nvContentPartPr>
              <p14:xfrm>
                <a:off x="6928287" y="4293436"/>
                <a:ext cx="802440" cy="177120"/>
              </p14:xfrm>
            </p:contentPart>
          </mc:Choice>
          <mc:Fallback xmlns="">
            <p:pic>
              <p:nvPicPr>
                <p:cNvPr id="55" name="잉크 54">
                  <a:extLst>
                    <a:ext uri="{FF2B5EF4-FFF2-40B4-BE49-F238E27FC236}">
                      <a16:creationId xmlns:a16="http://schemas.microsoft.com/office/drawing/2014/main" id="{EC664B98-404D-8325-5877-6A90286DA2F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922167" y="4287316"/>
                  <a:ext cx="81468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56" name="잉크 55">
                  <a:extLst>
                    <a:ext uri="{FF2B5EF4-FFF2-40B4-BE49-F238E27FC236}">
                      <a16:creationId xmlns:a16="http://schemas.microsoft.com/office/drawing/2014/main" id="{2DD1D7D0-4E52-EB4F-A17E-BB7F28947A03}"/>
                    </a:ext>
                  </a:extLst>
                </p14:cNvPr>
                <p14:cNvContentPartPr/>
                <p14:nvPr/>
              </p14:nvContentPartPr>
              <p14:xfrm>
                <a:off x="6148887" y="4302796"/>
                <a:ext cx="851400" cy="177120"/>
              </p14:xfrm>
            </p:contentPart>
          </mc:Choice>
          <mc:Fallback xmlns="">
            <p:pic>
              <p:nvPicPr>
                <p:cNvPr id="56" name="잉크 55">
                  <a:extLst>
                    <a:ext uri="{FF2B5EF4-FFF2-40B4-BE49-F238E27FC236}">
                      <a16:creationId xmlns:a16="http://schemas.microsoft.com/office/drawing/2014/main" id="{2DD1D7D0-4E52-EB4F-A17E-BB7F28947A03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142767" y="4296676"/>
                  <a:ext cx="86364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57" name="잉크 56">
                  <a:extLst>
                    <a:ext uri="{FF2B5EF4-FFF2-40B4-BE49-F238E27FC236}">
                      <a16:creationId xmlns:a16="http://schemas.microsoft.com/office/drawing/2014/main" id="{81158693-9092-B06E-33A8-25F10FACA6DD}"/>
                    </a:ext>
                  </a:extLst>
                </p14:cNvPr>
                <p14:cNvContentPartPr/>
                <p14:nvPr/>
              </p14:nvContentPartPr>
              <p14:xfrm>
                <a:off x="5790687" y="4229356"/>
                <a:ext cx="360360" cy="271080"/>
              </p14:xfrm>
            </p:contentPart>
          </mc:Choice>
          <mc:Fallback xmlns="">
            <p:pic>
              <p:nvPicPr>
                <p:cNvPr id="57" name="잉크 56">
                  <a:extLst>
                    <a:ext uri="{FF2B5EF4-FFF2-40B4-BE49-F238E27FC236}">
                      <a16:creationId xmlns:a16="http://schemas.microsoft.com/office/drawing/2014/main" id="{81158693-9092-B06E-33A8-25F10FACA6D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784567" y="4223236"/>
                  <a:ext cx="372600" cy="283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58" name="잉크 57">
                <a:extLst>
                  <a:ext uri="{FF2B5EF4-FFF2-40B4-BE49-F238E27FC236}">
                    <a16:creationId xmlns:a16="http://schemas.microsoft.com/office/drawing/2014/main" id="{53503E94-FB7D-F41A-CDEF-348D230E8461}"/>
                  </a:ext>
                </a:extLst>
              </p14:cNvPr>
              <p14:cNvContentPartPr/>
              <p14:nvPr/>
            </p14:nvContentPartPr>
            <p14:xfrm>
              <a:off x="9762567" y="4424116"/>
              <a:ext cx="360" cy="360"/>
            </p14:xfrm>
          </p:contentPart>
        </mc:Choice>
        <mc:Fallback xmlns="">
          <p:pic>
            <p:nvPicPr>
              <p:cNvPr id="58" name="잉크 57">
                <a:extLst>
                  <a:ext uri="{FF2B5EF4-FFF2-40B4-BE49-F238E27FC236}">
                    <a16:creationId xmlns:a16="http://schemas.microsoft.com/office/drawing/2014/main" id="{53503E94-FB7D-F41A-CDEF-348D230E8461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9756447" y="4417996"/>
                <a:ext cx="12600" cy="12600"/>
              </a:xfrm>
              <a:prstGeom prst="rect">
                <a:avLst/>
              </a:prstGeom>
            </p:spPr>
          </p:pic>
        </mc:Fallback>
      </mc:AlternateContent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917FA202-150D-C76A-03E5-DE1DF8E803F9}"/>
              </a:ext>
            </a:extLst>
          </p:cNvPr>
          <p:cNvCxnSpPr/>
          <p:nvPr/>
        </p:nvCxnSpPr>
        <p:spPr>
          <a:xfrm flipH="1">
            <a:off x="6742545" y="1372036"/>
            <a:ext cx="84051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78436FA7-E387-653E-8C49-21AC559E7635}"/>
              </a:ext>
            </a:extLst>
          </p:cNvPr>
          <p:cNvCxnSpPr>
            <a:cxnSpLocks/>
          </p:cNvCxnSpPr>
          <p:nvPr/>
        </p:nvCxnSpPr>
        <p:spPr>
          <a:xfrm flipV="1">
            <a:off x="7017089" y="1714935"/>
            <a:ext cx="914985" cy="2192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66970C25-3A83-9224-14A9-56ADC7482041}"/>
              </a:ext>
            </a:extLst>
          </p:cNvPr>
          <p:cNvSpPr txBox="1"/>
          <p:nvPr/>
        </p:nvSpPr>
        <p:spPr>
          <a:xfrm>
            <a:off x="7001977" y="1017324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9C98B18-58AE-156E-7B2A-CFD28BE9B959}"/>
              </a:ext>
            </a:extLst>
          </p:cNvPr>
          <p:cNvSpPr txBox="1"/>
          <p:nvPr/>
        </p:nvSpPr>
        <p:spPr>
          <a:xfrm>
            <a:off x="7162800" y="1457956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C8830A1B-105A-6B5B-876B-492548C148D5}"/>
              </a:ext>
            </a:extLst>
          </p:cNvPr>
          <p:cNvCxnSpPr/>
          <p:nvPr/>
        </p:nvCxnSpPr>
        <p:spPr>
          <a:xfrm flipH="1">
            <a:off x="6104114" y="4239551"/>
            <a:ext cx="84051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4C2E7462-AF99-348F-F40E-716D3D55BBAD}"/>
              </a:ext>
            </a:extLst>
          </p:cNvPr>
          <p:cNvCxnSpPr>
            <a:cxnSpLocks/>
          </p:cNvCxnSpPr>
          <p:nvPr/>
        </p:nvCxnSpPr>
        <p:spPr>
          <a:xfrm>
            <a:off x="6494963" y="3446910"/>
            <a:ext cx="834544" cy="2601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01C457E7-95CD-AB44-E113-80A455A3A5E3}"/>
              </a:ext>
            </a:extLst>
          </p:cNvPr>
          <p:cNvSpPr txBox="1"/>
          <p:nvPr/>
        </p:nvSpPr>
        <p:spPr>
          <a:xfrm>
            <a:off x="6363546" y="3884839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EA0C3E4-0DAE-E6E9-88BF-F79D0BC92BD2}"/>
              </a:ext>
            </a:extLst>
          </p:cNvPr>
          <p:cNvSpPr txBox="1"/>
          <p:nvPr/>
        </p:nvSpPr>
        <p:spPr>
          <a:xfrm>
            <a:off x="6784965" y="3257147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0876CD5-3896-B352-2E71-1F9F7AE2AD64}"/>
              </a:ext>
            </a:extLst>
          </p:cNvPr>
          <p:cNvSpPr txBox="1"/>
          <p:nvPr/>
        </p:nvSpPr>
        <p:spPr>
          <a:xfrm>
            <a:off x="3940412" y="5832907"/>
            <a:ext cx="24272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이때 직선 </a:t>
            </a:r>
            <a:r>
              <a:rPr lang="en-US" altLang="ko-KR" dirty="0"/>
              <a:t>A = </a:t>
            </a:r>
            <a:r>
              <a:rPr lang="ko-KR" altLang="en-US" dirty="0"/>
              <a:t>직선 </a:t>
            </a:r>
            <a:r>
              <a:rPr lang="en-US" altLang="ko-KR" dirty="0"/>
              <a:t>B</a:t>
            </a:r>
            <a:endParaRPr lang="ko-KR" altLang="en-US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576901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4FD7E-EEC1-F153-0ADF-1641D9D37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내용 개체 틀 4" descr="원, 프레임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05DE8BB-6414-F4D8-04AF-434CC42785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 rot="2183175">
            <a:off x="8982051" y="1073213"/>
            <a:ext cx="2429214" cy="2191056"/>
          </a:xfrm>
          <a:prstGeom prst="rect">
            <a:avLst/>
          </a:prstGeom>
        </p:spPr>
      </p:pic>
      <p:grpSp>
        <p:nvGrpSpPr>
          <p:cNvPr id="18" name="그룹 17">
            <a:extLst>
              <a:ext uri="{FF2B5EF4-FFF2-40B4-BE49-F238E27FC236}">
                <a16:creationId xmlns:a16="http://schemas.microsoft.com/office/drawing/2014/main" id="{08DCFC17-95C5-2852-8783-4201BB6CD622}"/>
              </a:ext>
            </a:extLst>
          </p:cNvPr>
          <p:cNvGrpSpPr/>
          <p:nvPr/>
        </p:nvGrpSpPr>
        <p:grpSpPr>
          <a:xfrm rot="2183175">
            <a:off x="9121776" y="901414"/>
            <a:ext cx="1507847" cy="2705326"/>
            <a:chOff x="7112000" y="2721038"/>
            <a:chExt cx="1507847" cy="2705326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BA237A1F-07EC-4E5E-88E2-39F725D1E769}"/>
                </a:ext>
              </a:extLst>
            </p:cNvPr>
            <p:cNvCxnSpPr>
              <a:cxnSpLocks/>
            </p:cNvCxnSpPr>
            <p:nvPr/>
          </p:nvCxnSpPr>
          <p:spPr>
            <a:xfrm>
              <a:off x="7578436" y="2721038"/>
              <a:ext cx="932872" cy="259910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181F4435-A0D4-6817-A204-B1124192C009}"/>
                </a:ext>
              </a:extLst>
            </p:cNvPr>
            <p:cNvCxnSpPr>
              <a:cxnSpLocks/>
            </p:cNvCxnSpPr>
            <p:nvPr/>
          </p:nvCxnSpPr>
          <p:spPr>
            <a:xfrm>
              <a:off x="7112000" y="2827257"/>
              <a:ext cx="932872" cy="259910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762A6BD4-3E75-C513-B05E-0098412C6F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675418" y="3659910"/>
              <a:ext cx="944429" cy="720765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4BA86AC2-EFE8-23D3-85D6-5BEE20557143}"/>
              </a:ext>
            </a:extLst>
          </p:cNvPr>
          <p:cNvCxnSpPr>
            <a:cxnSpLocks/>
          </p:cNvCxnSpPr>
          <p:nvPr/>
        </p:nvCxnSpPr>
        <p:spPr>
          <a:xfrm>
            <a:off x="9699879" y="1747227"/>
            <a:ext cx="1059304" cy="63097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3" name="그림 42" descr="스케치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71160B1-DCDE-CC9C-4D0C-B47838B8EE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149" y="80061"/>
            <a:ext cx="3162741" cy="1829055"/>
          </a:xfrm>
          <a:prstGeom prst="rect">
            <a:avLst/>
          </a:prstGeom>
        </p:spPr>
      </p:pic>
      <p:pic>
        <p:nvPicPr>
          <p:cNvPr id="45" name="그림 44" descr="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8940D5B-781E-54BE-BF59-C57A4E3FA0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622" y="3771217"/>
            <a:ext cx="3172268" cy="1867161"/>
          </a:xfrm>
          <a:prstGeom prst="rect">
            <a:avLst/>
          </a:prstGeom>
        </p:spPr>
      </p:pic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2F73FB19-9338-B808-EA20-3BA5D9059EA0}"/>
              </a:ext>
            </a:extLst>
          </p:cNvPr>
          <p:cNvCxnSpPr/>
          <p:nvPr/>
        </p:nvCxnSpPr>
        <p:spPr>
          <a:xfrm>
            <a:off x="1607820" y="994588"/>
            <a:ext cx="1356360" cy="0"/>
          </a:xfrm>
          <a:prstGeom prst="straightConnector1">
            <a:avLst/>
          </a:prstGeom>
          <a:ln w="44450">
            <a:solidFill>
              <a:srgbClr val="C0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F6D674E9-CBFB-283D-C1CC-A0DD331AF135}"/>
              </a:ext>
            </a:extLst>
          </p:cNvPr>
          <p:cNvCxnSpPr/>
          <p:nvPr/>
        </p:nvCxnSpPr>
        <p:spPr>
          <a:xfrm>
            <a:off x="1505929" y="4658615"/>
            <a:ext cx="1356360" cy="0"/>
          </a:xfrm>
          <a:prstGeom prst="straightConnector1">
            <a:avLst/>
          </a:prstGeom>
          <a:ln w="44450">
            <a:solidFill>
              <a:srgbClr val="C0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9" name="그림 48" descr="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D84EF25-628E-D97F-C9FF-36B1334670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073" y="1890062"/>
            <a:ext cx="3172268" cy="1867161"/>
          </a:xfrm>
          <a:prstGeom prst="rect">
            <a:avLst/>
          </a:prstGeom>
        </p:spPr>
      </p:pic>
      <p:pic>
        <p:nvPicPr>
          <p:cNvPr id="50" name="그림 49" descr="스케치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6E4FBF-6C5C-FA38-CA20-6CF86C6C09B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6000"/>
          </a:blip>
          <a:stretch>
            <a:fillRect/>
          </a:stretch>
        </p:blipFill>
        <p:spPr>
          <a:xfrm>
            <a:off x="1025980" y="1800327"/>
            <a:ext cx="3162741" cy="1829055"/>
          </a:xfrm>
          <a:prstGeom prst="rect">
            <a:avLst/>
          </a:prstGeom>
        </p:spPr>
      </p:pic>
      <p:sp>
        <p:nvSpPr>
          <p:cNvPr id="54" name="화살표: 오른쪽으로 구부러짐 53">
            <a:extLst>
              <a:ext uri="{FF2B5EF4-FFF2-40B4-BE49-F238E27FC236}">
                <a16:creationId xmlns:a16="http://schemas.microsoft.com/office/drawing/2014/main" id="{579B4FD0-90E9-418F-F344-4F68B8E38DC3}"/>
              </a:ext>
            </a:extLst>
          </p:cNvPr>
          <p:cNvSpPr/>
          <p:nvPr/>
        </p:nvSpPr>
        <p:spPr>
          <a:xfrm>
            <a:off x="3321324" y="2308954"/>
            <a:ext cx="360047" cy="920589"/>
          </a:xfrm>
          <a:prstGeom prst="curvedRightArrow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56" name="그림 55">
            <a:extLst>
              <a:ext uri="{FF2B5EF4-FFF2-40B4-BE49-F238E27FC236}">
                <a16:creationId xmlns:a16="http://schemas.microsoft.com/office/drawing/2014/main" id="{DE008A79-5573-5720-18A3-279C32CA52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2867" y="1961119"/>
            <a:ext cx="3362794" cy="1619476"/>
          </a:xfrm>
          <a:prstGeom prst="rect">
            <a:avLst/>
          </a:prstGeom>
        </p:spPr>
      </p:pic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E38A53EA-F495-FEFC-D186-C7167F39DBBB}"/>
              </a:ext>
            </a:extLst>
          </p:cNvPr>
          <p:cNvCxnSpPr>
            <a:cxnSpLocks/>
          </p:cNvCxnSpPr>
          <p:nvPr/>
        </p:nvCxnSpPr>
        <p:spPr>
          <a:xfrm flipV="1">
            <a:off x="5310909" y="2317478"/>
            <a:ext cx="1409931" cy="481140"/>
          </a:xfrm>
          <a:prstGeom prst="straightConnector1">
            <a:avLst/>
          </a:prstGeom>
          <a:ln w="44450">
            <a:solidFill>
              <a:srgbClr val="C0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32D4DED5-8378-9E33-F5C0-6CCFB6BD8B1A}"/>
              </a:ext>
            </a:extLst>
          </p:cNvPr>
          <p:cNvCxnSpPr>
            <a:cxnSpLocks/>
          </p:cNvCxnSpPr>
          <p:nvPr/>
        </p:nvCxnSpPr>
        <p:spPr>
          <a:xfrm>
            <a:off x="5310909" y="2798618"/>
            <a:ext cx="1409931" cy="360218"/>
          </a:xfrm>
          <a:prstGeom prst="straightConnector1">
            <a:avLst/>
          </a:prstGeom>
          <a:ln w="44450">
            <a:solidFill>
              <a:srgbClr val="C0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화살표: 오른쪽 62">
            <a:extLst>
              <a:ext uri="{FF2B5EF4-FFF2-40B4-BE49-F238E27FC236}">
                <a16:creationId xmlns:a16="http://schemas.microsoft.com/office/drawing/2014/main" id="{D64192DD-7B18-5D17-7724-929D95A08D9C}"/>
              </a:ext>
            </a:extLst>
          </p:cNvPr>
          <p:cNvSpPr/>
          <p:nvPr/>
        </p:nvSpPr>
        <p:spPr>
          <a:xfrm>
            <a:off x="4199627" y="2388118"/>
            <a:ext cx="663222" cy="87104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86844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그림 303" descr="스케치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5F41DF6-3D5D-E810-CD14-63EE2580EC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9866" y="3070757"/>
            <a:ext cx="3543795" cy="1905266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34D4F617-3D3A-B963-4B6D-E12B72A78B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687" y="1580119"/>
            <a:ext cx="3362794" cy="1619476"/>
          </a:xfrm>
          <a:prstGeom prst="rect">
            <a:avLst/>
          </a:prstGeom>
        </p:spPr>
      </p:pic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46E1E5FD-6836-D854-ADBD-8DE8DF8259E9}"/>
              </a:ext>
            </a:extLst>
          </p:cNvPr>
          <p:cNvCxnSpPr>
            <a:cxnSpLocks/>
          </p:cNvCxnSpPr>
          <p:nvPr/>
        </p:nvCxnSpPr>
        <p:spPr>
          <a:xfrm flipH="1">
            <a:off x="2066925" y="2066925"/>
            <a:ext cx="3676650" cy="136207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CD700A4D-87B3-4A8A-3CA7-6CF64AF0A982}"/>
              </a:ext>
            </a:extLst>
          </p:cNvPr>
          <p:cNvCxnSpPr>
            <a:cxnSpLocks/>
          </p:cNvCxnSpPr>
          <p:nvPr/>
        </p:nvCxnSpPr>
        <p:spPr>
          <a:xfrm flipH="1" flipV="1">
            <a:off x="2066925" y="1438275"/>
            <a:ext cx="3871912" cy="128071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직선 연결선 81">
            <a:extLst>
              <a:ext uri="{FF2B5EF4-FFF2-40B4-BE49-F238E27FC236}">
                <a16:creationId xmlns:a16="http://schemas.microsoft.com/office/drawing/2014/main" id="{BDE8596E-9A07-0EC5-0089-B9FB104E3159}"/>
              </a:ext>
            </a:extLst>
          </p:cNvPr>
          <p:cNvCxnSpPr/>
          <p:nvPr/>
        </p:nvCxnSpPr>
        <p:spPr>
          <a:xfrm flipH="1">
            <a:off x="600075" y="2389857"/>
            <a:ext cx="75057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4851CCC1-E8BF-4801-AE81-909C895B576A}"/>
              </a:ext>
            </a:extLst>
          </p:cNvPr>
          <p:cNvCxnSpPr>
            <a:cxnSpLocks/>
          </p:cNvCxnSpPr>
          <p:nvPr/>
        </p:nvCxnSpPr>
        <p:spPr>
          <a:xfrm flipH="1">
            <a:off x="404813" y="1177889"/>
            <a:ext cx="5967412" cy="184153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6CCBC2E2-E853-B3D1-B10A-BE39FE3166A2}"/>
              </a:ext>
            </a:extLst>
          </p:cNvPr>
          <p:cNvCxnSpPr>
            <a:cxnSpLocks/>
          </p:cNvCxnSpPr>
          <p:nvPr/>
        </p:nvCxnSpPr>
        <p:spPr>
          <a:xfrm flipH="1" flipV="1">
            <a:off x="-28575" y="1599282"/>
            <a:ext cx="6365650" cy="2048793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99" name="잉크 198">
                <a:extLst>
                  <a:ext uri="{FF2B5EF4-FFF2-40B4-BE49-F238E27FC236}">
                    <a16:creationId xmlns:a16="http://schemas.microsoft.com/office/drawing/2014/main" id="{0BACE521-74B2-0652-4F3D-2282AD2A578A}"/>
                  </a:ext>
                </a:extLst>
              </p14:cNvPr>
              <p14:cNvContentPartPr/>
              <p14:nvPr/>
            </p14:nvContentPartPr>
            <p14:xfrm>
              <a:off x="2184350" y="1538740"/>
              <a:ext cx="2743200" cy="836280"/>
            </p14:xfrm>
          </p:contentPart>
        </mc:Choice>
        <mc:Fallback xmlns="">
          <p:pic>
            <p:nvPicPr>
              <p:cNvPr id="199" name="잉크 198">
                <a:extLst>
                  <a:ext uri="{FF2B5EF4-FFF2-40B4-BE49-F238E27FC236}">
                    <a16:creationId xmlns:a16="http://schemas.microsoft.com/office/drawing/2014/main" id="{0BACE521-74B2-0652-4F3D-2282AD2A578A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166710" y="1503100"/>
                <a:ext cx="2778840" cy="907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200" name="잉크 199">
                <a:extLst>
                  <a:ext uri="{FF2B5EF4-FFF2-40B4-BE49-F238E27FC236}">
                    <a16:creationId xmlns:a16="http://schemas.microsoft.com/office/drawing/2014/main" id="{992F471D-B09C-779A-74FC-E5B554615A33}"/>
                  </a:ext>
                </a:extLst>
              </p14:cNvPr>
              <p14:cNvContentPartPr/>
              <p14:nvPr/>
            </p14:nvContentPartPr>
            <p14:xfrm>
              <a:off x="2355350" y="1495900"/>
              <a:ext cx="2880" cy="2880"/>
            </p14:xfrm>
          </p:contentPart>
        </mc:Choice>
        <mc:Fallback xmlns="">
          <p:pic>
            <p:nvPicPr>
              <p:cNvPr id="200" name="잉크 199">
                <a:extLst>
                  <a:ext uri="{FF2B5EF4-FFF2-40B4-BE49-F238E27FC236}">
                    <a16:creationId xmlns:a16="http://schemas.microsoft.com/office/drawing/2014/main" id="{992F471D-B09C-779A-74FC-E5B554615A33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337710" y="1459900"/>
                <a:ext cx="38520" cy="7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201" name="잉크 200">
                <a:extLst>
                  <a:ext uri="{FF2B5EF4-FFF2-40B4-BE49-F238E27FC236}">
                    <a16:creationId xmlns:a16="http://schemas.microsoft.com/office/drawing/2014/main" id="{14ED6011-7261-95DB-6F0D-CFB3163177D4}"/>
                  </a:ext>
                </a:extLst>
              </p14:cNvPr>
              <p14:cNvContentPartPr/>
              <p14:nvPr/>
            </p14:nvContentPartPr>
            <p14:xfrm>
              <a:off x="2184710" y="1476820"/>
              <a:ext cx="178560" cy="233640"/>
            </p14:xfrm>
          </p:contentPart>
        </mc:Choice>
        <mc:Fallback xmlns="">
          <p:pic>
            <p:nvPicPr>
              <p:cNvPr id="201" name="잉크 200">
                <a:extLst>
                  <a:ext uri="{FF2B5EF4-FFF2-40B4-BE49-F238E27FC236}">
                    <a16:creationId xmlns:a16="http://schemas.microsoft.com/office/drawing/2014/main" id="{14ED6011-7261-95DB-6F0D-CFB3163177D4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166710" y="1441180"/>
                <a:ext cx="214200" cy="30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204" name="잉크 203">
                <a:extLst>
                  <a:ext uri="{FF2B5EF4-FFF2-40B4-BE49-F238E27FC236}">
                    <a16:creationId xmlns:a16="http://schemas.microsoft.com/office/drawing/2014/main" id="{01848DFB-FED6-621F-96B8-6CCF75AA7633}"/>
                  </a:ext>
                </a:extLst>
              </p14:cNvPr>
              <p14:cNvContentPartPr/>
              <p14:nvPr/>
            </p14:nvContentPartPr>
            <p14:xfrm>
              <a:off x="3477470" y="1930060"/>
              <a:ext cx="19440" cy="121680"/>
            </p14:xfrm>
          </p:contentPart>
        </mc:Choice>
        <mc:Fallback xmlns="">
          <p:pic>
            <p:nvPicPr>
              <p:cNvPr id="204" name="잉크 203">
                <a:extLst>
                  <a:ext uri="{FF2B5EF4-FFF2-40B4-BE49-F238E27FC236}">
                    <a16:creationId xmlns:a16="http://schemas.microsoft.com/office/drawing/2014/main" id="{01848DFB-FED6-621F-96B8-6CCF75AA7633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3471350" y="1923940"/>
                <a:ext cx="31680" cy="133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211" name="잉크 210">
                <a:extLst>
                  <a:ext uri="{FF2B5EF4-FFF2-40B4-BE49-F238E27FC236}">
                    <a16:creationId xmlns:a16="http://schemas.microsoft.com/office/drawing/2014/main" id="{8593A100-572F-69D8-D426-BAE83F38806A}"/>
                  </a:ext>
                </a:extLst>
              </p14:cNvPr>
              <p14:cNvContentPartPr/>
              <p14:nvPr/>
            </p14:nvContentPartPr>
            <p14:xfrm>
              <a:off x="3325190" y="1968220"/>
              <a:ext cx="127440" cy="95760"/>
            </p14:xfrm>
          </p:contentPart>
        </mc:Choice>
        <mc:Fallback xmlns="">
          <p:pic>
            <p:nvPicPr>
              <p:cNvPr id="211" name="잉크 210">
                <a:extLst>
                  <a:ext uri="{FF2B5EF4-FFF2-40B4-BE49-F238E27FC236}">
                    <a16:creationId xmlns:a16="http://schemas.microsoft.com/office/drawing/2014/main" id="{8593A100-572F-69D8-D426-BAE83F38806A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3319070" y="1962100"/>
                <a:ext cx="139680" cy="10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212" name="잉크 211">
                <a:extLst>
                  <a:ext uri="{FF2B5EF4-FFF2-40B4-BE49-F238E27FC236}">
                    <a16:creationId xmlns:a16="http://schemas.microsoft.com/office/drawing/2014/main" id="{9B2A4DAB-C83B-3603-9F3F-A41B797E4574}"/>
                  </a:ext>
                </a:extLst>
              </p14:cNvPr>
              <p14:cNvContentPartPr/>
              <p14:nvPr/>
            </p14:nvContentPartPr>
            <p14:xfrm>
              <a:off x="4589150" y="2266660"/>
              <a:ext cx="52920" cy="216720"/>
            </p14:xfrm>
          </p:contentPart>
        </mc:Choice>
        <mc:Fallback xmlns="">
          <p:pic>
            <p:nvPicPr>
              <p:cNvPr id="212" name="잉크 211">
                <a:extLst>
                  <a:ext uri="{FF2B5EF4-FFF2-40B4-BE49-F238E27FC236}">
                    <a16:creationId xmlns:a16="http://schemas.microsoft.com/office/drawing/2014/main" id="{9B2A4DAB-C83B-3603-9F3F-A41B797E4574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4583030" y="2260540"/>
                <a:ext cx="65160" cy="22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214" name="잉크 213">
                <a:extLst>
                  <a:ext uri="{FF2B5EF4-FFF2-40B4-BE49-F238E27FC236}">
                    <a16:creationId xmlns:a16="http://schemas.microsoft.com/office/drawing/2014/main" id="{B5AAFD03-B8AB-DCE4-CDB7-E3260E622A77}"/>
                  </a:ext>
                </a:extLst>
              </p14:cNvPr>
              <p14:cNvContentPartPr/>
              <p14:nvPr/>
            </p14:nvContentPartPr>
            <p14:xfrm>
              <a:off x="4464950" y="2298340"/>
              <a:ext cx="64440" cy="160560"/>
            </p14:xfrm>
          </p:contentPart>
        </mc:Choice>
        <mc:Fallback xmlns="">
          <p:pic>
            <p:nvPicPr>
              <p:cNvPr id="214" name="잉크 213">
                <a:extLst>
                  <a:ext uri="{FF2B5EF4-FFF2-40B4-BE49-F238E27FC236}">
                    <a16:creationId xmlns:a16="http://schemas.microsoft.com/office/drawing/2014/main" id="{B5AAFD03-B8AB-DCE4-CDB7-E3260E622A77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4458830" y="2292220"/>
                <a:ext cx="76680" cy="172800"/>
              </a:xfrm>
              <a:prstGeom prst="rect">
                <a:avLst/>
              </a:prstGeom>
            </p:spPr>
          </p:pic>
        </mc:Fallback>
      </mc:AlternateContent>
      <p:grpSp>
        <p:nvGrpSpPr>
          <p:cNvPr id="217" name="그룹 216">
            <a:extLst>
              <a:ext uri="{FF2B5EF4-FFF2-40B4-BE49-F238E27FC236}">
                <a16:creationId xmlns:a16="http://schemas.microsoft.com/office/drawing/2014/main" id="{B17A97D9-B323-AEC6-FD25-08427FC342A6}"/>
              </a:ext>
            </a:extLst>
          </p:cNvPr>
          <p:cNvGrpSpPr/>
          <p:nvPr/>
        </p:nvGrpSpPr>
        <p:grpSpPr>
          <a:xfrm>
            <a:off x="3770510" y="1298620"/>
            <a:ext cx="299160" cy="119160"/>
            <a:chOff x="3770510" y="1298620"/>
            <a:chExt cx="299160" cy="11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215" name="잉크 214">
                  <a:extLst>
                    <a:ext uri="{FF2B5EF4-FFF2-40B4-BE49-F238E27FC236}">
                      <a16:creationId xmlns:a16="http://schemas.microsoft.com/office/drawing/2014/main" id="{2E8924B0-3E42-4B95-B6AA-A0A5C806849F}"/>
                    </a:ext>
                  </a:extLst>
                </p14:cNvPr>
                <p14:cNvContentPartPr/>
                <p14:nvPr/>
              </p14:nvContentPartPr>
              <p14:xfrm>
                <a:off x="3770510" y="1314100"/>
                <a:ext cx="77400" cy="103680"/>
              </p14:xfrm>
            </p:contentPart>
          </mc:Choice>
          <mc:Fallback xmlns="">
            <p:pic>
              <p:nvPicPr>
                <p:cNvPr id="215" name="잉크 214">
                  <a:extLst>
                    <a:ext uri="{FF2B5EF4-FFF2-40B4-BE49-F238E27FC236}">
                      <a16:creationId xmlns:a16="http://schemas.microsoft.com/office/drawing/2014/main" id="{2E8924B0-3E42-4B95-B6AA-A0A5C806849F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3764390" y="1307980"/>
                  <a:ext cx="8964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216" name="잉크 215">
                  <a:extLst>
                    <a:ext uri="{FF2B5EF4-FFF2-40B4-BE49-F238E27FC236}">
                      <a16:creationId xmlns:a16="http://schemas.microsoft.com/office/drawing/2014/main" id="{4E840C67-B265-2CBC-FB1A-72892975B3A2}"/>
                    </a:ext>
                  </a:extLst>
                </p14:cNvPr>
                <p14:cNvContentPartPr/>
                <p14:nvPr/>
              </p14:nvContentPartPr>
              <p14:xfrm>
                <a:off x="3897950" y="1298620"/>
                <a:ext cx="171720" cy="100440"/>
              </p14:xfrm>
            </p:contentPart>
          </mc:Choice>
          <mc:Fallback xmlns="">
            <p:pic>
              <p:nvPicPr>
                <p:cNvPr id="216" name="잉크 215">
                  <a:extLst>
                    <a:ext uri="{FF2B5EF4-FFF2-40B4-BE49-F238E27FC236}">
                      <a16:creationId xmlns:a16="http://schemas.microsoft.com/office/drawing/2014/main" id="{4E840C67-B265-2CBC-FB1A-72892975B3A2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3891830" y="1292500"/>
                  <a:ext cx="183960" cy="11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1" name="그룹 230">
            <a:extLst>
              <a:ext uri="{FF2B5EF4-FFF2-40B4-BE49-F238E27FC236}">
                <a16:creationId xmlns:a16="http://schemas.microsoft.com/office/drawing/2014/main" id="{C150DD6B-711A-2CF3-A203-588BEBA55031}"/>
              </a:ext>
            </a:extLst>
          </p:cNvPr>
          <p:cNvGrpSpPr/>
          <p:nvPr/>
        </p:nvGrpSpPr>
        <p:grpSpPr>
          <a:xfrm>
            <a:off x="4197110" y="1339300"/>
            <a:ext cx="61920" cy="57600"/>
            <a:chOff x="4197110" y="1339300"/>
            <a:chExt cx="61920" cy="57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227" name="잉크 226">
                  <a:extLst>
                    <a:ext uri="{FF2B5EF4-FFF2-40B4-BE49-F238E27FC236}">
                      <a16:creationId xmlns:a16="http://schemas.microsoft.com/office/drawing/2014/main" id="{98B291B6-1EC7-ED5D-E3F4-5C7CE465F581}"/>
                    </a:ext>
                  </a:extLst>
                </p14:cNvPr>
                <p14:cNvContentPartPr/>
                <p14:nvPr/>
              </p14:nvContentPartPr>
              <p14:xfrm>
                <a:off x="4203590" y="1339300"/>
                <a:ext cx="17280" cy="360"/>
              </p14:xfrm>
            </p:contentPart>
          </mc:Choice>
          <mc:Fallback xmlns="">
            <p:pic>
              <p:nvPicPr>
                <p:cNvPr id="227" name="잉크 226">
                  <a:extLst>
                    <a:ext uri="{FF2B5EF4-FFF2-40B4-BE49-F238E27FC236}">
                      <a16:creationId xmlns:a16="http://schemas.microsoft.com/office/drawing/2014/main" id="{98B291B6-1EC7-ED5D-E3F4-5C7CE465F581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197470" y="1333180"/>
                  <a:ext cx="295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28" name="잉크 227">
                  <a:extLst>
                    <a:ext uri="{FF2B5EF4-FFF2-40B4-BE49-F238E27FC236}">
                      <a16:creationId xmlns:a16="http://schemas.microsoft.com/office/drawing/2014/main" id="{CBB58F76-F437-880D-672A-34BA3EBD0A64}"/>
                    </a:ext>
                  </a:extLst>
                </p14:cNvPr>
                <p14:cNvContentPartPr/>
                <p14:nvPr/>
              </p14:nvContentPartPr>
              <p14:xfrm>
                <a:off x="4197110" y="1396540"/>
                <a:ext cx="56520" cy="360"/>
              </p14:xfrm>
            </p:contentPart>
          </mc:Choice>
          <mc:Fallback xmlns="">
            <p:pic>
              <p:nvPicPr>
                <p:cNvPr id="228" name="잉크 227">
                  <a:extLst>
                    <a:ext uri="{FF2B5EF4-FFF2-40B4-BE49-F238E27FC236}">
                      <a16:creationId xmlns:a16="http://schemas.microsoft.com/office/drawing/2014/main" id="{CBB58F76-F437-880D-672A-34BA3EBD0A64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4190990" y="1390420"/>
                  <a:ext cx="687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30" name="잉크 229">
                  <a:extLst>
                    <a:ext uri="{FF2B5EF4-FFF2-40B4-BE49-F238E27FC236}">
                      <a16:creationId xmlns:a16="http://schemas.microsoft.com/office/drawing/2014/main" id="{C9F4FF31-3F25-BB9A-EC13-60F628B6D76C}"/>
                    </a:ext>
                  </a:extLst>
                </p14:cNvPr>
                <p14:cNvContentPartPr/>
                <p14:nvPr/>
              </p14:nvContentPartPr>
              <p14:xfrm>
                <a:off x="4228790" y="1339300"/>
                <a:ext cx="30240" cy="360"/>
              </p14:xfrm>
            </p:contentPart>
          </mc:Choice>
          <mc:Fallback xmlns="">
            <p:pic>
              <p:nvPicPr>
                <p:cNvPr id="230" name="잉크 229">
                  <a:extLst>
                    <a:ext uri="{FF2B5EF4-FFF2-40B4-BE49-F238E27FC236}">
                      <a16:creationId xmlns:a16="http://schemas.microsoft.com/office/drawing/2014/main" id="{C9F4FF31-3F25-BB9A-EC13-60F628B6D76C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4222670" y="1333180"/>
                  <a:ext cx="42480" cy="1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9" name="그룹 238">
            <a:extLst>
              <a:ext uri="{FF2B5EF4-FFF2-40B4-BE49-F238E27FC236}">
                <a16:creationId xmlns:a16="http://schemas.microsoft.com/office/drawing/2014/main" id="{E53A5263-6BA2-94C5-D76B-5C4661695A6A}"/>
              </a:ext>
            </a:extLst>
          </p:cNvPr>
          <p:cNvGrpSpPr/>
          <p:nvPr/>
        </p:nvGrpSpPr>
        <p:grpSpPr>
          <a:xfrm>
            <a:off x="4370630" y="1288900"/>
            <a:ext cx="151920" cy="145080"/>
            <a:chOff x="4370630" y="1288900"/>
            <a:chExt cx="151920" cy="14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35" name="잉크 234">
                  <a:extLst>
                    <a:ext uri="{FF2B5EF4-FFF2-40B4-BE49-F238E27FC236}">
                      <a16:creationId xmlns:a16="http://schemas.microsoft.com/office/drawing/2014/main" id="{C3390692-8063-E85D-BEEA-9497C024A267}"/>
                    </a:ext>
                  </a:extLst>
                </p14:cNvPr>
                <p14:cNvContentPartPr/>
                <p14:nvPr/>
              </p14:nvContentPartPr>
              <p14:xfrm>
                <a:off x="4370630" y="1320580"/>
                <a:ext cx="36360" cy="71280"/>
              </p14:xfrm>
            </p:contentPart>
          </mc:Choice>
          <mc:Fallback xmlns="">
            <p:pic>
              <p:nvPicPr>
                <p:cNvPr id="235" name="잉크 234">
                  <a:extLst>
                    <a:ext uri="{FF2B5EF4-FFF2-40B4-BE49-F238E27FC236}">
                      <a16:creationId xmlns:a16="http://schemas.microsoft.com/office/drawing/2014/main" id="{C3390692-8063-E85D-BEEA-9497C024A267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4364510" y="1314460"/>
                  <a:ext cx="4860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36" name="잉크 235">
                  <a:extLst>
                    <a:ext uri="{FF2B5EF4-FFF2-40B4-BE49-F238E27FC236}">
                      <a16:creationId xmlns:a16="http://schemas.microsoft.com/office/drawing/2014/main" id="{A185BB60-517C-7882-D03F-44CAC4F6B4E4}"/>
                    </a:ext>
                  </a:extLst>
                </p14:cNvPr>
                <p14:cNvContentPartPr/>
                <p14:nvPr/>
              </p14:nvContentPartPr>
              <p14:xfrm>
                <a:off x="4464590" y="1288900"/>
                <a:ext cx="56520" cy="144360"/>
              </p14:xfrm>
            </p:contentPart>
          </mc:Choice>
          <mc:Fallback xmlns="">
            <p:pic>
              <p:nvPicPr>
                <p:cNvPr id="236" name="잉크 235">
                  <a:extLst>
                    <a:ext uri="{FF2B5EF4-FFF2-40B4-BE49-F238E27FC236}">
                      <a16:creationId xmlns:a16="http://schemas.microsoft.com/office/drawing/2014/main" id="{A185BB60-517C-7882-D03F-44CAC4F6B4E4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4458470" y="1282780"/>
                  <a:ext cx="687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38" name="잉크 237">
                  <a:extLst>
                    <a:ext uri="{FF2B5EF4-FFF2-40B4-BE49-F238E27FC236}">
                      <a16:creationId xmlns:a16="http://schemas.microsoft.com/office/drawing/2014/main" id="{FE8BCDB4-E247-C402-3EB9-44CDD186F64B}"/>
                    </a:ext>
                  </a:extLst>
                </p14:cNvPr>
                <p14:cNvContentPartPr/>
                <p14:nvPr/>
              </p14:nvContentPartPr>
              <p14:xfrm>
                <a:off x="4471070" y="1377460"/>
                <a:ext cx="51480" cy="56520"/>
              </p14:xfrm>
            </p:contentPart>
          </mc:Choice>
          <mc:Fallback xmlns="">
            <p:pic>
              <p:nvPicPr>
                <p:cNvPr id="238" name="잉크 237">
                  <a:extLst>
                    <a:ext uri="{FF2B5EF4-FFF2-40B4-BE49-F238E27FC236}">
                      <a16:creationId xmlns:a16="http://schemas.microsoft.com/office/drawing/2014/main" id="{FE8BCDB4-E247-C402-3EB9-44CDD186F64B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4464950" y="1371340"/>
                  <a:ext cx="63720" cy="68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261" name="잉크 260">
                <a:extLst>
                  <a:ext uri="{FF2B5EF4-FFF2-40B4-BE49-F238E27FC236}">
                    <a16:creationId xmlns:a16="http://schemas.microsoft.com/office/drawing/2014/main" id="{EBC844F6-28D7-7A04-4C1A-14978A93E097}"/>
                  </a:ext>
                </a:extLst>
              </p14:cNvPr>
              <p14:cNvContentPartPr/>
              <p14:nvPr/>
            </p14:nvContentPartPr>
            <p14:xfrm>
              <a:off x="2349230" y="1580860"/>
              <a:ext cx="108360" cy="827280"/>
            </p14:xfrm>
          </p:contentPart>
        </mc:Choice>
        <mc:Fallback xmlns="">
          <p:pic>
            <p:nvPicPr>
              <p:cNvPr id="261" name="잉크 260">
                <a:extLst>
                  <a:ext uri="{FF2B5EF4-FFF2-40B4-BE49-F238E27FC236}">
                    <a16:creationId xmlns:a16="http://schemas.microsoft.com/office/drawing/2014/main" id="{EBC844F6-28D7-7A04-4C1A-14978A93E097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2343110" y="1574740"/>
                <a:ext cx="120600" cy="83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">
            <p14:nvContentPartPr>
              <p14:cNvPr id="262" name="잉크 261">
                <a:extLst>
                  <a:ext uri="{FF2B5EF4-FFF2-40B4-BE49-F238E27FC236}">
                    <a16:creationId xmlns:a16="http://schemas.microsoft.com/office/drawing/2014/main" id="{149FC95F-7C56-5C49-D3AF-EED02B436C34}"/>
                  </a:ext>
                </a:extLst>
              </p14:cNvPr>
              <p14:cNvContentPartPr/>
              <p14:nvPr/>
            </p14:nvContentPartPr>
            <p14:xfrm>
              <a:off x="2424110" y="1548820"/>
              <a:ext cx="73080" cy="71280"/>
            </p14:xfrm>
          </p:contentPart>
        </mc:Choice>
        <mc:Fallback xmlns="">
          <p:pic>
            <p:nvPicPr>
              <p:cNvPr id="262" name="잉크 261">
                <a:extLst>
                  <a:ext uri="{FF2B5EF4-FFF2-40B4-BE49-F238E27FC236}">
                    <a16:creationId xmlns:a16="http://schemas.microsoft.com/office/drawing/2014/main" id="{149FC95F-7C56-5C49-D3AF-EED02B436C34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2417990" y="1542700"/>
                <a:ext cx="85320" cy="8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">
            <p14:nvContentPartPr>
              <p14:cNvPr id="263" name="잉크 262">
                <a:extLst>
                  <a:ext uri="{FF2B5EF4-FFF2-40B4-BE49-F238E27FC236}">
                    <a16:creationId xmlns:a16="http://schemas.microsoft.com/office/drawing/2014/main" id="{4E3D2119-9AA1-61C2-AF47-B96014F67005}"/>
                  </a:ext>
                </a:extLst>
              </p14:cNvPr>
              <p14:cNvContentPartPr/>
              <p14:nvPr/>
            </p14:nvContentPartPr>
            <p14:xfrm>
              <a:off x="2372630" y="2309500"/>
              <a:ext cx="162000" cy="147240"/>
            </p14:xfrm>
          </p:contentPart>
        </mc:Choice>
        <mc:Fallback xmlns="">
          <p:pic>
            <p:nvPicPr>
              <p:cNvPr id="263" name="잉크 262">
                <a:extLst>
                  <a:ext uri="{FF2B5EF4-FFF2-40B4-BE49-F238E27FC236}">
                    <a16:creationId xmlns:a16="http://schemas.microsoft.com/office/drawing/2014/main" id="{4E3D2119-9AA1-61C2-AF47-B96014F67005}"/>
                  </a:ext>
                </a:extLst>
              </p:cNvPr>
              <p:cNvPicPr/>
              <p:nvPr/>
            </p:nvPicPr>
            <p:blipFill>
              <a:blip r:embed="rId40"/>
              <a:stretch>
                <a:fillRect/>
              </a:stretch>
            </p:blipFill>
            <p:spPr>
              <a:xfrm>
                <a:off x="2366510" y="2303380"/>
                <a:ext cx="174240" cy="15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">
            <p14:nvContentPartPr>
              <p14:cNvPr id="273" name="잉크 272">
                <a:extLst>
                  <a:ext uri="{FF2B5EF4-FFF2-40B4-BE49-F238E27FC236}">
                    <a16:creationId xmlns:a16="http://schemas.microsoft.com/office/drawing/2014/main" id="{9644CA91-859A-E8C6-FD0B-3FEC0217431E}"/>
                  </a:ext>
                </a:extLst>
              </p14:cNvPr>
              <p14:cNvContentPartPr/>
              <p14:nvPr/>
            </p14:nvContentPartPr>
            <p14:xfrm>
              <a:off x="399830" y="3631780"/>
              <a:ext cx="360" cy="360"/>
            </p14:xfrm>
          </p:contentPart>
        </mc:Choice>
        <mc:Fallback xmlns="">
          <p:pic>
            <p:nvPicPr>
              <p:cNvPr id="273" name="잉크 272">
                <a:extLst>
                  <a:ext uri="{FF2B5EF4-FFF2-40B4-BE49-F238E27FC236}">
                    <a16:creationId xmlns:a16="http://schemas.microsoft.com/office/drawing/2014/main" id="{9644CA91-859A-E8C6-FD0B-3FEC0217431E}"/>
                  </a:ext>
                </a:extLst>
              </p:cNvPr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393710" y="3625660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3">
            <p14:nvContentPartPr>
              <p14:cNvPr id="291" name="잉크 290">
                <a:extLst>
                  <a:ext uri="{FF2B5EF4-FFF2-40B4-BE49-F238E27FC236}">
                    <a16:creationId xmlns:a16="http://schemas.microsoft.com/office/drawing/2014/main" id="{2818C01E-ECBB-B9C1-3556-1E7AF60AF0A7}"/>
                  </a:ext>
                </a:extLst>
              </p14:cNvPr>
              <p14:cNvContentPartPr/>
              <p14:nvPr/>
            </p14:nvContentPartPr>
            <p14:xfrm>
              <a:off x="3244550" y="4203340"/>
              <a:ext cx="360" cy="360"/>
            </p14:xfrm>
          </p:contentPart>
        </mc:Choice>
        <mc:Fallback xmlns="">
          <p:pic>
            <p:nvPicPr>
              <p:cNvPr id="291" name="잉크 290">
                <a:extLst>
                  <a:ext uri="{FF2B5EF4-FFF2-40B4-BE49-F238E27FC236}">
                    <a16:creationId xmlns:a16="http://schemas.microsoft.com/office/drawing/2014/main" id="{2818C01E-ECBB-B9C1-3556-1E7AF60AF0A7}"/>
                  </a:ext>
                </a:extLst>
              </p:cNvPr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3238430" y="4197220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324" name="타원 323">
            <a:extLst>
              <a:ext uri="{FF2B5EF4-FFF2-40B4-BE49-F238E27FC236}">
                <a16:creationId xmlns:a16="http://schemas.microsoft.com/office/drawing/2014/main" id="{3E6485FF-0025-B2D9-D247-986ED7BA848F}"/>
              </a:ext>
            </a:extLst>
          </p:cNvPr>
          <p:cNvSpPr/>
          <p:nvPr/>
        </p:nvSpPr>
        <p:spPr>
          <a:xfrm>
            <a:off x="3011550" y="2336140"/>
            <a:ext cx="64440" cy="10836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7422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그룹 76">
            <a:extLst>
              <a:ext uri="{FF2B5EF4-FFF2-40B4-BE49-F238E27FC236}">
                <a16:creationId xmlns:a16="http://schemas.microsoft.com/office/drawing/2014/main" id="{053361FC-A2A1-84D8-4204-3E41B0E73072}"/>
              </a:ext>
            </a:extLst>
          </p:cNvPr>
          <p:cNvGrpSpPr/>
          <p:nvPr/>
        </p:nvGrpSpPr>
        <p:grpSpPr>
          <a:xfrm>
            <a:off x="8445875" y="3496691"/>
            <a:ext cx="817200" cy="817683"/>
            <a:chOff x="7628675" y="4418008"/>
            <a:chExt cx="817200" cy="817683"/>
          </a:xfrm>
          <a:effectLst>
            <a:outerShdw blurRad="76200" sx="98000" sy="98000" algn="ctr" rotWithShape="0">
              <a:prstClr val="black">
                <a:alpha val="40000"/>
              </a:prstClr>
            </a:outerShdw>
          </a:effectLst>
        </p:grpSpPr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D6678080-353D-5880-3C74-2088FA06A763}"/>
                </a:ext>
              </a:extLst>
            </p:cNvPr>
            <p:cNvSpPr/>
            <p:nvPr/>
          </p:nvSpPr>
          <p:spPr>
            <a:xfrm>
              <a:off x="7628675" y="4418008"/>
              <a:ext cx="817200" cy="817683"/>
            </a:xfrm>
            <a:prstGeom prst="ellipse">
              <a:avLst/>
            </a:prstGeom>
            <a:pattFill prst="plaid">
              <a:fgClr>
                <a:schemeClr val="tx1"/>
              </a:fgClr>
              <a:bgClr>
                <a:schemeClr val="bg1"/>
              </a:bgClr>
            </a:pattFill>
            <a:ln w="38100">
              <a:solidFill>
                <a:schemeClr val="bg1">
                  <a:alpha val="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6" name="타원 75">
              <a:extLst>
                <a:ext uri="{FF2B5EF4-FFF2-40B4-BE49-F238E27FC236}">
                  <a16:creationId xmlns:a16="http://schemas.microsoft.com/office/drawing/2014/main" id="{2C547CA2-C549-0E68-A8D5-9A80A8FEDFC6}"/>
                </a:ext>
              </a:extLst>
            </p:cNvPr>
            <p:cNvSpPr/>
            <p:nvPr/>
          </p:nvSpPr>
          <p:spPr>
            <a:xfrm>
              <a:off x="7628675" y="4418008"/>
              <a:ext cx="817200" cy="817683"/>
            </a:xfrm>
            <a:prstGeom prst="ellipse">
              <a:avLst/>
            </a:prstGeom>
            <a:gradFill>
              <a:gsLst>
                <a:gs pos="28000">
                  <a:schemeClr val="accent6">
                    <a:lumMod val="20000"/>
                    <a:lumOff val="80000"/>
                    <a:alpha val="85000"/>
                  </a:schemeClr>
                </a:gs>
                <a:gs pos="0">
                  <a:schemeClr val="accent3">
                    <a:lumMod val="40000"/>
                    <a:lumOff val="60000"/>
                  </a:schemeClr>
                </a:gs>
                <a:gs pos="15000">
                  <a:schemeClr val="accent6">
                    <a:lumMod val="20000"/>
                    <a:lumOff val="80000"/>
                    <a:alpha val="85000"/>
                  </a:schemeClr>
                </a:gs>
                <a:gs pos="100000">
                  <a:schemeClr val="bg1">
                    <a:alpha val="85000"/>
                  </a:schemeClr>
                </a:gs>
                <a:gs pos="80000">
                  <a:schemeClr val="accent6">
                    <a:lumMod val="40000"/>
                    <a:lumOff val="60000"/>
                    <a:alpha val="85000"/>
                  </a:schemeClr>
                </a:gs>
                <a:gs pos="68000">
                  <a:schemeClr val="accent6">
                    <a:lumMod val="60000"/>
                    <a:lumOff val="40000"/>
                    <a:alpha val="85000"/>
                  </a:schemeClr>
                </a:gs>
                <a:gs pos="53000">
                  <a:schemeClr val="bg1">
                    <a:alpha val="85000"/>
                  </a:schemeClr>
                </a:gs>
              </a:gsLst>
              <a:lin ang="5400000" scaled="1"/>
            </a:gra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FBA1FBFA-E1CB-28D2-817C-8DE9AFD7EF4B}"/>
              </a:ext>
            </a:extLst>
          </p:cNvPr>
          <p:cNvSpPr/>
          <p:nvPr/>
        </p:nvSpPr>
        <p:spPr>
          <a:xfrm>
            <a:off x="1193557" y="1173480"/>
            <a:ext cx="3970857" cy="3676232"/>
          </a:xfrm>
          <a:prstGeom prst="rect">
            <a:avLst/>
          </a:pr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AA9E4FE4-CE16-7EA6-D66E-42EED819B688}"/>
              </a:ext>
            </a:extLst>
          </p:cNvPr>
          <p:cNvGrpSpPr/>
          <p:nvPr/>
        </p:nvGrpSpPr>
        <p:grpSpPr>
          <a:xfrm>
            <a:off x="7199447" y="2546894"/>
            <a:ext cx="340004" cy="811312"/>
            <a:chOff x="7306608" y="2080088"/>
            <a:chExt cx="340004" cy="811312"/>
          </a:xfrm>
        </p:grpSpPr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ACCC6E1B-95A4-C743-3C02-CB7A2F393D14}"/>
                </a:ext>
              </a:extLst>
            </p:cNvPr>
            <p:cNvSpPr/>
            <p:nvPr/>
          </p:nvSpPr>
          <p:spPr>
            <a:xfrm rot="5400000">
              <a:off x="7154494" y="2399283"/>
              <a:ext cx="644231" cy="340004"/>
            </a:xfrm>
            <a:custGeom>
              <a:avLst/>
              <a:gdLst>
                <a:gd name="csX0" fmla="*/ 0 w 848765"/>
                <a:gd name="csY0" fmla="*/ 197695 h 395171"/>
                <a:gd name="csX1" fmla="*/ 20 w 848765"/>
                <a:gd name="csY1" fmla="*/ 197583 h 395171"/>
                <a:gd name="csX2" fmla="*/ 1 w 848765"/>
                <a:gd name="csY2" fmla="*/ 197476 h 395171"/>
                <a:gd name="csX3" fmla="*/ 40 w 848765"/>
                <a:gd name="csY3" fmla="*/ 197476 h 395171"/>
                <a:gd name="csX4" fmla="*/ 7909 w 848765"/>
                <a:gd name="csY4" fmla="*/ 153808 h 395171"/>
                <a:gd name="csX5" fmla="*/ 355576 w 848765"/>
                <a:gd name="csY5" fmla="*/ 153808 h 395171"/>
                <a:gd name="csX6" fmla="*/ 355576 w 848765"/>
                <a:gd name="csY6" fmla="*/ 149160 h 395171"/>
                <a:gd name="csX7" fmla="*/ 475551 w 848765"/>
                <a:gd name="csY7" fmla="*/ 0 h 395171"/>
                <a:gd name="csX8" fmla="*/ 734375 w 848765"/>
                <a:gd name="csY8" fmla="*/ 0 h 395171"/>
                <a:gd name="csX9" fmla="*/ 833042 w 848765"/>
                <a:gd name="csY9" fmla="*/ 33763 h 395171"/>
                <a:gd name="csX10" fmla="*/ 848764 w 848765"/>
                <a:gd name="csY10" fmla="*/ 48295 h 395171"/>
                <a:gd name="csX11" fmla="*/ 688809 w 848765"/>
                <a:gd name="csY11" fmla="*/ 48295 h 395171"/>
                <a:gd name="csX12" fmla="*/ 605279 w 848765"/>
                <a:gd name="csY12" fmla="*/ 73811 h 395171"/>
                <a:gd name="csX13" fmla="*/ 584942 w 848765"/>
                <a:gd name="csY13" fmla="*/ 92289 h 395171"/>
                <a:gd name="csX14" fmla="*/ 582288 w 848765"/>
                <a:gd name="csY14" fmla="*/ 94078 h 395171"/>
                <a:gd name="csX15" fmla="*/ 581205 w 848765"/>
                <a:gd name="csY15" fmla="*/ 95685 h 395171"/>
                <a:gd name="csX16" fmla="*/ 573525 w 848765"/>
                <a:gd name="csY16" fmla="*/ 102663 h 395171"/>
                <a:gd name="csX17" fmla="*/ 551150 w 848765"/>
                <a:gd name="csY17" fmla="*/ 139542 h 395171"/>
                <a:gd name="csX18" fmla="*/ 550943 w 848765"/>
                <a:gd name="csY18" fmla="*/ 140570 h 395171"/>
                <a:gd name="csX19" fmla="*/ 550917 w 848765"/>
                <a:gd name="csY19" fmla="*/ 140608 h 395171"/>
                <a:gd name="csX20" fmla="*/ 539414 w 848765"/>
                <a:gd name="csY20" fmla="*/ 197586 h 395171"/>
                <a:gd name="csX21" fmla="*/ 550917 w 848765"/>
                <a:gd name="csY21" fmla="*/ 254565 h 395171"/>
                <a:gd name="csX22" fmla="*/ 550944 w 848765"/>
                <a:gd name="csY22" fmla="*/ 254605 h 395171"/>
                <a:gd name="csX23" fmla="*/ 551151 w 848765"/>
                <a:gd name="csY23" fmla="*/ 255629 h 395171"/>
                <a:gd name="csX24" fmla="*/ 573526 w 848765"/>
                <a:gd name="csY24" fmla="*/ 292508 h 395171"/>
                <a:gd name="csX25" fmla="*/ 581202 w 848765"/>
                <a:gd name="csY25" fmla="*/ 299483 h 395171"/>
                <a:gd name="csX26" fmla="*/ 582288 w 848765"/>
                <a:gd name="csY26" fmla="*/ 301094 h 395171"/>
                <a:gd name="csX27" fmla="*/ 584950 w 848765"/>
                <a:gd name="csY27" fmla="*/ 302889 h 395171"/>
                <a:gd name="csX28" fmla="*/ 605279 w 848765"/>
                <a:gd name="csY28" fmla="*/ 321361 h 395171"/>
                <a:gd name="csX29" fmla="*/ 688810 w 848765"/>
                <a:gd name="csY29" fmla="*/ 346876 h 395171"/>
                <a:gd name="csX30" fmla="*/ 848765 w 848765"/>
                <a:gd name="csY30" fmla="*/ 346876 h 395171"/>
                <a:gd name="csX31" fmla="*/ 833043 w 848765"/>
                <a:gd name="csY31" fmla="*/ 361408 h 395171"/>
                <a:gd name="csX32" fmla="*/ 734376 w 848765"/>
                <a:gd name="csY32" fmla="*/ 395171 h 395171"/>
                <a:gd name="csX33" fmla="*/ 475552 w 848765"/>
                <a:gd name="csY33" fmla="*/ 395171 h 395171"/>
                <a:gd name="csX34" fmla="*/ 355577 w 848765"/>
                <a:gd name="csY34" fmla="*/ 246011 h 395171"/>
                <a:gd name="csX35" fmla="*/ 355577 w 848765"/>
                <a:gd name="csY35" fmla="*/ 241363 h 395171"/>
                <a:gd name="csX36" fmla="*/ 7910 w 848765"/>
                <a:gd name="csY36" fmla="*/ 241363 h 395171"/>
                <a:gd name="csX37" fmla="*/ 41 w 848765"/>
                <a:gd name="csY37" fmla="*/ 197695 h 3951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848765" h="395171">
                  <a:moveTo>
                    <a:pt x="0" y="197695"/>
                  </a:moveTo>
                  <a:lnTo>
                    <a:pt x="20" y="197583"/>
                  </a:lnTo>
                  <a:lnTo>
                    <a:pt x="1" y="197476"/>
                  </a:lnTo>
                  <a:lnTo>
                    <a:pt x="40" y="197476"/>
                  </a:lnTo>
                  <a:lnTo>
                    <a:pt x="7909" y="153808"/>
                  </a:lnTo>
                  <a:lnTo>
                    <a:pt x="355576" y="153808"/>
                  </a:lnTo>
                  <a:lnTo>
                    <a:pt x="355576" y="149160"/>
                  </a:lnTo>
                  <a:lnTo>
                    <a:pt x="475551" y="0"/>
                  </a:lnTo>
                  <a:lnTo>
                    <a:pt x="734375" y="0"/>
                  </a:lnTo>
                  <a:cubicBezTo>
                    <a:pt x="770924" y="0"/>
                    <a:pt x="804877" y="12447"/>
                    <a:pt x="833042" y="33763"/>
                  </a:cubicBezTo>
                  <a:lnTo>
                    <a:pt x="848764" y="48295"/>
                  </a:lnTo>
                  <a:lnTo>
                    <a:pt x="688809" y="48295"/>
                  </a:lnTo>
                  <a:cubicBezTo>
                    <a:pt x="657868" y="48295"/>
                    <a:pt x="629123" y="57701"/>
                    <a:pt x="605279" y="73811"/>
                  </a:cubicBezTo>
                  <a:lnTo>
                    <a:pt x="584942" y="92289"/>
                  </a:lnTo>
                  <a:lnTo>
                    <a:pt x="582288" y="94078"/>
                  </a:lnTo>
                  <a:lnTo>
                    <a:pt x="581205" y="95685"/>
                  </a:lnTo>
                  <a:lnTo>
                    <a:pt x="573525" y="102663"/>
                  </a:lnTo>
                  <a:cubicBezTo>
                    <a:pt x="564391" y="113731"/>
                    <a:pt x="556820" y="126137"/>
                    <a:pt x="551150" y="139542"/>
                  </a:cubicBezTo>
                  <a:lnTo>
                    <a:pt x="550943" y="140570"/>
                  </a:lnTo>
                  <a:lnTo>
                    <a:pt x="550917" y="140608"/>
                  </a:lnTo>
                  <a:cubicBezTo>
                    <a:pt x="543510" y="158120"/>
                    <a:pt x="539414" y="177375"/>
                    <a:pt x="539414" y="197586"/>
                  </a:cubicBezTo>
                  <a:cubicBezTo>
                    <a:pt x="539414" y="217797"/>
                    <a:pt x="543510" y="237052"/>
                    <a:pt x="550917" y="254565"/>
                  </a:cubicBezTo>
                  <a:lnTo>
                    <a:pt x="550944" y="254605"/>
                  </a:lnTo>
                  <a:lnTo>
                    <a:pt x="551151" y="255629"/>
                  </a:lnTo>
                  <a:cubicBezTo>
                    <a:pt x="556821" y="269035"/>
                    <a:pt x="564392" y="281440"/>
                    <a:pt x="573526" y="292508"/>
                  </a:cubicBezTo>
                  <a:lnTo>
                    <a:pt x="581202" y="299483"/>
                  </a:lnTo>
                  <a:lnTo>
                    <a:pt x="582288" y="301094"/>
                  </a:lnTo>
                  <a:lnTo>
                    <a:pt x="584950" y="302889"/>
                  </a:lnTo>
                  <a:lnTo>
                    <a:pt x="605279" y="321361"/>
                  </a:lnTo>
                  <a:cubicBezTo>
                    <a:pt x="629124" y="337470"/>
                    <a:pt x="657869" y="346876"/>
                    <a:pt x="688810" y="346876"/>
                  </a:cubicBezTo>
                  <a:lnTo>
                    <a:pt x="848765" y="346876"/>
                  </a:lnTo>
                  <a:lnTo>
                    <a:pt x="833043" y="361408"/>
                  </a:lnTo>
                  <a:cubicBezTo>
                    <a:pt x="804878" y="382724"/>
                    <a:pt x="770925" y="395171"/>
                    <a:pt x="734376" y="395171"/>
                  </a:cubicBezTo>
                  <a:lnTo>
                    <a:pt x="475552" y="395171"/>
                  </a:lnTo>
                  <a:lnTo>
                    <a:pt x="355577" y="246011"/>
                  </a:lnTo>
                  <a:lnTo>
                    <a:pt x="355577" y="241363"/>
                  </a:lnTo>
                  <a:lnTo>
                    <a:pt x="7910" y="241363"/>
                  </a:lnTo>
                  <a:lnTo>
                    <a:pt x="41" y="197695"/>
                  </a:lnTo>
                  <a:close/>
                </a:path>
              </a:pathLst>
            </a:custGeom>
            <a:solidFill>
              <a:srgbClr val="FCFFDD"/>
            </a:solidFill>
            <a:ln>
              <a:solidFill>
                <a:srgbClr val="FCFFDD"/>
              </a:solidFill>
            </a:ln>
            <a:effectLst/>
            <a:scene3d>
              <a:camera prst="orthographicFront"/>
              <a:lightRig rig="threePt" dir="t">
                <a:rot lat="0" lon="0" rev="17400000"/>
              </a:lightRig>
            </a:scene3d>
            <a:sp3d>
              <a:bevelT w="508000" h="38100" prst="cross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0" name="자유형: 도형 59">
              <a:extLst>
                <a:ext uri="{FF2B5EF4-FFF2-40B4-BE49-F238E27FC236}">
                  <a16:creationId xmlns:a16="http://schemas.microsoft.com/office/drawing/2014/main" id="{DA58D00D-2DDD-2138-D958-38A43C39F8AF}"/>
                </a:ext>
              </a:extLst>
            </p:cNvPr>
            <p:cNvSpPr/>
            <p:nvPr/>
          </p:nvSpPr>
          <p:spPr>
            <a:xfrm rot="5400000">
              <a:off x="7303722" y="2182181"/>
              <a:ext cx="345775" cy="141590"/>
            </a:xfrm>
            <a:custGeom>
              <a:avLst/>
              <a:gdLst>
                <a:gd name="csX0" fmla="*/ 98886 w 390646"/>
                <a:gd name="csY0" fmla="*/ 0 h 141590"/>
                <a:gd name="csX1" fmla="*/ 314678 w 390646"/>
                <a:gd name="csY1" fmla="*/ 0 h 141590"/>
                <a:gd name="csX2" fmla="*/ 390646 w 390646"/>
                <a:gd name="csY2" fmla="*/ 16526 h 141590"/>
                <a:gd name="csX3" fmla="*/ 390646 w 390646"/>
                <a:gd name="csY3" fmla="*/ 32120 h 141590"/>
                <a:gd name="csX4" fmla="*/ 292923 w 390646"/>
                <a:gd name="csY4" fmla="*/ 32120 h 141590"/>
                <a:gd name="csX5" fmla="*/ 292923 w 390646"/>
                <a:gd name="csY5" fmla="*/ 109470 h 141590"/>
                <a:gd name="csX6" fmla="*/ 390646 w 390646"/>
                <a:gd name="csY6" fmla="*/ 109470 h 141590"/>
                <a:gd name="csX7" fmla="*/ 390646 w 390646"/>
                <a:gd name="csY7" fmla="*/ 125065 h 141590"/>
                <a:gd name="csX8" fmla="*/ 314678 w 390646"/>
                <a:gd name="csY8" fmla="*/ 141590 h 141590"/>
                <a:gd name="csX9" fmla="*/ 169200 w 390646"/>
                <a:gd name="csY9" fmla="*/ 141590 h 141590"/>
                <a:gd name="csX10" fmla="*/ 98886 w 390646"/>
                <a:gd name="csY10" fmla="*/ 141590 h 141590"/>
                <a:gd name="csX11" fmla="*/ 84600 w 390646"/>
                <a:gd name="csY11" fmla="*/ 141590 h 141590"/>
                <a:gd name="csX12" fmla="*/ 0 w 390646"/>
                <a:gd name="csY12" fmla="*/ 71390 h 141590"/>
                <a:gd name="csX13" fmla="*/ 84600 w 390646"/>
                <a:gd name="csY13" fmla="*/ 1190 h 141590"/>
                <a:gd name="csX14" fmla="*/ 98886 w 390646"/>
                <a:gd name="csY14" fmla="*/ 1190 h 1415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390646" h="141590">
                  <a:moveTo>
                    <a:pt x="98886" y="0"/>
                  </a:moveTo>
                  <a:lnTo>
                    <a:pt x="314678" y="0"/>
                  </a:lnTo>
                  <a:lnTo>
                    <a:pt x="390646" y="16526"/>
                  </a:lnTo>
                  <a:lnTo>
                    <a:pt x="390646" y="32120"/>
                  </a:lnTo>
                  <a:lnTo>
                    <a:pt x="292923" y="32120"/>
                  </a:lnTo>
                  <a:lnTo>
                    <a:pt x="292923" y="109470"/>
                  </a:lnTo>
                  <a:lnTo>
                    <a:pt x="390646" y="109470"/>
                  </a:lnTo>
                  <a:lnTo>
                    <a:pt x="390646" y="125065"/>
                  </a:lnTo>
                  <a:lnTo>
                    <a:pt x="314678" y="141590"/>
                  </a:lnTo>
                  <a:lnTo>
                    <a:pt x="169200" y="141590"/>
                  </a:lnTo>
                  <a:lnTo>
                    <a:pt x="98886" y="141590"/>
                  </a:lnTo>
                  <a:lnTo>
                    <a:pt x="84600" y="141590"/>
                  </a:lnTo>
                  <a:cubicBezTo>
                    <a:pt x="37877" y="141590"/>
                    <a:pt x="0" y="110160"/>
                    <a:pt x="0" y="71390"/>
                  </a:cubicBezTo>
                  <a:cubicBezTo>
                    <a:pt x="0" y="32620"/>
                    <a:pt x="37877" y="1190"/>
                    <a:pt x="84600" y="1190"/>
                  </a:cubicBezTo>
                  <a:lnTo>
                    <a:pt x="98886" y="1190"/>
                  </a:lnTo>
                  <a:close/>
                </a:path>
              </a:pathLst>
            </a:custGeom>
            <a:solidFill>
              <a:schemeClr val="bg2"/>
            </a:solidFill>
            <a:ln>
              <a:solidFill>
                <a:schemeClr val="bg2"/>
              </a:solidFill>
            </a:ln>
            <a:scene3d>
              <a:camera prst="orthographicFront"/>
              <a:lightRig rig="threePt" dir="t"/>
            </a:scene3d>
            <a:sp3d>
              <a:bevelT w="381000" h="25400" prst="cross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A04B3BBD-4363-7ADD-D270-F27E63BAE036}"/>
              </a:ext>
            </a:extLst>
          </p:cNvPr>
          <p:cNvGrpSpPr/>
          <p:nvPr/>
        </p:nvGrpSpPr>
        <p:grpSpPr>
          <a:xfrm rot="16200000">
            <a:off x="7417158" y="3363759"/>
            <a:ext cx="340004" cy="811312"/>
            <a:chOff x="7306608" y="2080088"/>
            <a:chExt cx="340004" cy="811312"/>
          </a:xfrm>
        </p:grpSpPr>
        <p:sp>
          <p:nvSpPr>
            <p:cNvPr id="23" name="자유형: 도형 22">
              <a:extLst>
                <a:ext uri="{FF2B5EF4-FFF2-40B4-BE49-F238E27FC236}">
                  <a16:creationId xmlns:a16="http://schemas.microsoft.com/office/drawing/2014/main" id="{17349310-1E3E-6AFD-E272-C3DBC0501497}"/>
                </a:ext>
              </a:extLst>
            </p:cNvPr>
            <p:cNvSpPr/>
            <p:nvPr/>
          </p:nvSpPr>
          <p:spPr>
            <a:xfrm rot="5400000">
              <a:off x="7154494" y="2399283"/>
              <a:ext cx="644231" cy="340004"/>
            </a:xfrm>
            <a:custGeom>
              <a:avLst/>
              <a:gdLst>
                <a:gd name="csX0" fmla="*/ 0 w 848765"/>
                <a:gd name="csY0" fmla="*/ 197695 h 395171"/>
                <a:gd name="csX1" fmla="*/ 20 w 848765"/>
                <a:gd name="csY1" fmla="*/ 197583 h 395171"/>
                <a:gd name="csX2" fmla="*/ 1 w 848765"/>
                <a:gd name="csY2" fmla="*/ 197476 h 395171"/>
                <a:gd name="csX3" fmla="*/ 40 w 848765"/>
                <a:gd name="csY3" fmla="*/ 197476 h 395171"/>
                <a:gd name="csX4" fmla="*/ 7909 w 848765"/>
                <a:gd name="csY4" fmla="*/ 153808 h 395171"/>
                <a:gd name="csX5" fmla="*/ 355576 w 848765"/>
                <a:gd name="csY5" fmla="*/ 153808 h 395171"/>
                <a:gd name="csX6" fmla="*/ 355576 w 848765"/>
                <a:gd name="csY6" fmla="*/ 149160 h 395171"/>
                <a:gd name="csX7" fmla="*/ 475551 w 848765"/>
                <a:gd name="csY7" fmla="*/ 0 h 395171"/>
                <a:gd name="csX8" fmla="*/ 734375 w 848765"/>
                <a:gd name="csY8" fmla="*/ 0 h 395171"/>
                <a:gd name="csX9" fmla="*/ 833042 w 848765"/>
                <a:gd name="csY9" fmla="*/ 33763 h 395171"/>
                <a:gd name="csX10" fmla="*/ 848764 w 848765"/>
                <a:gd name="csY10" fmla="*/ 48295 h 395171"/>
                <a:gd name="csX11" fmla="*/ 688809 w 848765"/>
                <a:gd name="csY11" fmla="*/ 48295 h 395171"/>
                <a:gd name="csX12" fmla="*/ 605279 w 848765"/>
                <a:gd name="csY12" fmla="*/ 73811 h 395171"/>
                <a:gd name="csX13" fmla="*/ 584942 w 848765"/>
                <a:gd name="csY13" fmla="*/ 92289 h 395171"/>
                <a:gd name="csX14" fmla="*/ 582288 w 848765"/>
                <a:gd name="csY14" fmla="*/ 94078 h 395171"/>
                <a:gd name="csX15" fmla="*/ 581205 w 848765"/>
                <a:gd name="csY15" fmla="*/ 95685 h 395171"/>
                <a:gd name="csX16" fmla="*/ 573525 w 848765"/>
                <a:gd name="csY16" fmla="*/ 102663 h 395171"/>
                <a:gd name="csX17" fmla="*/ 551150 w 848765"/>
                <a:gd name="csY17" fmla="*/ 139542 h 395171"/>
                <a:gd name="csX18" fmla="*/ 550943 w 848765"/>
                <a:gd name="csY18" fmla="*/ 140570 h 395171"/>
                <a:gd name="csX19" fmla="*/ 550917 w 848765"/>
                <a:gd name="csY19" fmla="*/ 140608 h 395171"/>
                <a:gd name="csX20" fmla="*/ 539414 w 848765"/>
                <a:gd name="csY20" fmla="*/ 197586 h 395171"/>
                <a:gd name="csX21" fmla="*/ 550917 w 848765"/>
                <a:gd name="csY21" fmla="*/ 254565 h 395171"/>
                <a:gd name="csX22" fmla="*/ 550944 w 848765"/>
                <a:gd name="csY22" fmla="*/ 254605 h 395171"/>
                <a:gd name="csX23" fmla="*/ 551151 w 848765"/>
                <a:gd name="csY23" fmla="*/ 255629 h 395171"/>
                <a:gd name="csX24" fmla="*/ 573526 w 848765"/>
                <a:gd name="csY24" fmla="*/ 292508 h 395171"/>
                <a:gd name="csX25" fmla="*/ 581202 w 848765"/>
                <a:gd name="csY25" fmla="*/ 299483 h 395171"/>
                <a:gd name="csX26" fmla="*/ 582288 w 848765"/>
                <a:gd name="csY26" fmla="*/ 301094 h 395171"/>
                <a:gd name="csX27" fmla="*/ 584950 w 848765"/>
                <a:gd name="csY27" fmla="*/ 302889 h 395171"/>
                <a:gd name="csX28" fmla="*/ 605279 w 848765"/>
                <a:gd name="csY28" fmla="*/ 321361 h 395171"/>
                <a:gd name="csX29" fmla="*/ 688810 w 848765"/>
                <a:gd name="csY29" fmla="*/ 346876 h 395171"/>
                <a:gd name="csX30" fmla="*/ 848765 w 848765"/>
                <a:gd name="csY30" fmla="*/ 346876 h 395171"/>
                <a:gd name="csX31" fmla="*/ 833043 w 848765"/>
                <a:gd name="csY31" fmla="*/ 361408 h 395171"/>
                <a:gd name="csX32" fmla="*/ 734376 w 848765"/>
                <a:gd name="csY32" fmla="*/ 395171 h 395171"/>
                <a:gd name="csX33" fmla="*/ 475552 w 848765"/>
                <a:gd name="csY33" fmla="*/ 395171 h 395171"/>
                <a:gd name="csX34" fmla="*/ 355577 w 848765"/>
                <a:gd name="csY34" fmla="*/ 246011 h 395171"/>
                <a:gd name="csX35" fmla="*/ 355577 w 848765"/>
                <a:gd name="csY35" fmla="*/ 241363 h 395171"/>
                <a:gd name="csX36" fmla="*/ 7910 w 848765"/>
                <a:gd name="csY36" fmla="*/ 241363 h 395171"/>
                <a:gd name="csX37" fmla="*/ 41 w 848765"/>
                <a:gd name="csY37" fmla="*/ 197695 h 3951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848765" h="395171">
                  <a:moveTo>
                    <a:pt x="0" y="197695"/>
                  </a:moveTo>
                  <a:lnTo>
                    <a:pt x="20" y="197583"/>
                  </a:lnTo>
                  <a:lnTo>
                    <a:pt x="1" y="197476"/>
                  </a:lnTo>
                  <a:lnTo>
                    <a:pt x="40" y="197476"/>
                  </a:lnTo>
                  <a:lnTo>
                    <a:pt x="7909" y="153808"/>
                  </a:lnTo>
                  <a:lnTo>
                    <a:pt x="355576" y="153808"/>
                  </a:lnTo>
                  <a:lnTo>
                    <a:pt x="355576" y="149160"/>
                  </a:lnTo>
                  <a:lnTo>
                    <a:pt x="475551" y="0"/>
                  </a:lnTo>
                  <a:lnTo>
                    <a:pt x="734375" y="0"/>
                  </a:lnTo>
                  <a:cubicBezTo>
                    <a:pt x="770924" y="0"/>
                    <a:pt x="804877" y="12447"/>
                    <a:pt x="833042" y="33763"/>
                  </a:cubicBezTo>
                  <a:lnTo>
                    <a:pt x="848764" y="48295"/>
                  </a:lnTo>
                  <a:lnTo>
                    <a:pt x="688809" y="48295"/>
                  </a:lnTo>
                  <a:cubicBezTo>
                    <a:pt x="657868" y="48295"/>
                    <a:pt x="629123" y="57701"/>
                    <a:pt x="605279" y="73811"/>
                  </a:cubicBezTo>
                  <a:lnTo>
                    <a:pt x="584942" y="92289"/>
                  </a:lnTo>
                  <a:lnTo>
                    <a:pt x="582288" y="94078"/>
                  </a:lnTo>
                  <a:lnTo>
                    <a:pt x="581205" y="95685"/>
                  </a:lnTo>
                  <a:lnTo>
                    <a:pt x="573525" y="102663"/>
                  </a:lnTo>
                  <a:cubicBezTo>
                    <a:pt x="564391" y="113731"/>
                    <a:pt x="556820" y="126137"/>
                    <a:pt x="551150" y="139542"/>
                  </a:cubicBezTo>
                  <a:lnTo>
                    <a:pt x="550943" y="140570"/>
                  </a:lnTo>
                  <a:lnTo>
                    <a:pt x="550917" y="140608"/>
                  </a:lnTo>
                  <a:cubicBezTo>
                    <a:pt x="543510" y="158120"/>
                    <a:pt x="539414" y="177375"/>
                    <a:pt x="539414" y="197586"/>
                  </a:cubicBezTo>
                  <a:cubicBezTo>
                    <a:pt x="539414" y="217797"/>
                    <a:pt x="543510" y="237052"/>
                    <a:pt x="550917" y="254565"/>
                  </a:cubicBezTo>
                  <a:lnTo>
                    <a:pt x="550944" y="254605"/>
                  </a:lnTo>
                  <a:lnTo>
                    <a:pt x="551151" y="255629"/>
                  </a:lnTo>
                  <a:cubicBezTo>
                    <a:pt x="556821" y="269035"/>
                    <a:pt x="564392" y="281440"/>
                    <a:pt x="573526" y="292508"/>
                  </a:cubicBezTo>
                  <a:lnTo>
                    <a:pt x="581202" y="299483"/>
                  </a:lnTo>
                  <a:lnTo>
                    <a:pt x="582288" y="301094"/>
                  </a:lnTo>
                  <a:lnTo>
                    <a:pt x="584950" y="302889"/>
                  </a:lnTo>
                  <a:lnTo>
                    <a:pt x="605279" y="321361"/>
                  </a:lnTo>
                  <a:cubicBezTo>
                    <a:pt x="629124" y="337470"/>
                    <a:pt x="657869" y="346876"/>
                    <a:pt x="688810" y="346876"/>
                  </a:cubicBezTo>
                  <a:lnTo>
                    <a:pt x="848765" y="346876"/>
                  </a:lnTo>
                  <a:lnTo>
                    <a:pt x="833043" y="361408"/>
                  </a:lnTo>
                  <a:cubicBezTo>
                    <a:pt x="804878" y="382724"/>
                    <a:pt x="770925" y="395171"/>
                    <a:pt x="734376" y="395171"/>
                  </a:cubicBezTo>
                  <a:lnTo>
                    <a:pt x="475552" y="395171"/>
                  </a:lnTo>
                  <a:lnTo>
                    <a:pt x="355577" y="246011"/>
                  </a:lnTo>
                  <a:lnTo>
                    <a:pt x="355577" y="241363"/>
                  </a:lnTo>
                  <a:lnTo>
                    <a:pt x="7910" y="241363"/>
                  </a:lnTo>
                  <a:lnTo>
                    <a:pt x="41" y="197695"/>
                  </a:lnTo>
                  <a:close/>
                </a:path>
              </a:pathLst>
            </a:custGeom>
            <a:solidFill>
              <a:srgbClr val="FCFFDD"/>
            </a:solidFill>
            <a:ln>
              <a:solidFill>
                <a:srgbClr val="FCFFDD"/>
              </a:solidFill>
            </a:ln>
            <a:effectLst/>
            <a:scene3d>
              <a:camera prst="orthographicFront"/>
              <a:lightRig rig="threePt" dir="t">
                <a:rot lat="0" lon="0" rev="17400000"/>
              </a:lightRig>
            </a:scene3d>
            <a:sp3d>
              <a:bevelT w="508000" h="38100" prst="cross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0EA557BC-8A91-CB9A-7012-3A9F0172595A}"/>
                </a:ext>
              </a:extLst>
            </p:cNvPr>
            <p:cNvSpPr/>
            <p:nvPr/>
          </p:nvSpPr>
          <p:spPr>
            <a:xfrm rot="5400000">
              <a:off x="7303722" y="2182181"/>
              <a:ext cx="345775" cy="141590"/>
            </a:xfrm>
            <a:custGeom>
              <a:avLst/>
              <a:gdLst>
                <a:gd name="csX0" fmla="*/ 98886 w 390646"/>
                <a:gd name="csY0" fmla="*/ 0 h 141590"/>
                <a:gd name="csX1" fmla="*/ 314678 w 390646"/>
                <a:gd name="csY1" fmla="*/ 0 h 141590"/>
                <a:gd name="csX2" fmla="*/ 390646 w 390646"/>
                <a:gd name="csY2" fmla="*/ 16526 h 141590"/>
                <a:gd name="csX3" fmla="*/ 390646 w 390646"/>
                <a:gd name="csY3" fmla="*/ 32120 h 141590"/>
                <a:gd name="csX4" fmla="*/ 292923 w 390646"/>
                <a:gd name="csY4" fmla="*/ 32120 h 141590"/>
                <a:gd name="csX5" fmla="*/ 292923 w 390646"/>
                <a:gd name="csY5" fmla="*/ 109470 h 141590"/>
                <a:gd name="csX6" fmla="*/ 390646 w 390646"/>
                <a:gd name="csY6" fmla="*/ 109470 h 141590"/>
                <a:gd name="csX7" fmla="*/ 390646 w 390646"/>
                <a:gd name="csY7" fmla="*/ 125065 h 141590"/>
                <a:gd name="csX8" fmla="*/ 314678 w 390646"/>
                <a:gd name="csY8" fmla="*/ 141590 h 141590"/>
                <a:gd name="csX9" fmla="*/ 169200 w 390646"/>
                <a:gd name="csY9" fmla="*/ 141590 h 141590"/>
                <a:gd name="csX10" fmla="*/ 98886 w 390646"/>
                <a:gd name="csY10" fmla="*/ 141590 h 141590"/>
                <a:gd name="csX11" fmla="*/ 84600 w 390646"/>
                <a:gd name="csY11" fmla="*/ 141590 h 141590"/>
                <a:gd name="csX12" fmla="*/ 0 w 390646"/>
                <a:gd name="csY12" fmla="*/ 71390 h 141590"/>
                <a:gd name="csX13" fmla="*/ 84600 w 390646"/>
                <a:gd name="csY13" fmla="*/ 1190 h 141590"/>
                <a:gd name="csX14" fmla="*/ 98886 w 390646"/>
                <a:gd name="csY14" fmla="*/ 1190 h 1415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390646" h="141590">
                  <a:moveTo>
                    <a:pt x="98886" y="0"/>
                  </a:moveTo>
                  <a:lnTo>
                    <a:pt x="314678" y="0"/>
                  </a:lnTo>
                  <a:lnTo>
                    <a:pt x="390646" y="16526"/>
                  </a:lnTo>
                  <a:lnTo>
                    <a:pt x="390646" y="32120"/>
                  </a:lnTo>
                  <a:lnTo>
                    <a:pt x="292923" y="32120"/>
                  </a:lnTo>
                  <a:lnTo>
                    <a:pt x="292923" y="109470"/>
                  </a:lnTo>
                  <a:lnTo>
                    <a:pt x="390646" y="109470"/>
                  </a:lnTo>
                  <a:lnTo>
                    <a:pt x="390646" y="125065"/>
                  </a:lnTo>
                  <a:lnTo>
                    <a:pt x="314678" y="141590"/>
                  </a:lnTo>
                  <a:lnTo>
                    <a:pt x="169200" y="141590"/>
                  </a:lnTo>
                  <a:lnTo>
                    <a:pt x="98886" y="141590"/>
                  </a:lnTo>
                  <a:lnTo>
                    <a:pt x="84600" y="141590"/>
                  </a:lnTo>
                  <a:cubicBezTo>
                    <a:pt x="37877" y="141590"/>
                    <a:pt x="0" y="110160"/>
                    <a:pt x="0" y="71390"/>
                  </a:cubicBezTo>
                  <a:cubicBezTo>
                    <a:pt x="0" y="32620"/>
                    <a:pt x="37877" y="1190"/>
                    <a:pt x="84600" y="1190"/>
                  </a:cubicBezTo>
                  <a:lnTo>
                    <a:pt x="98886" y="1190"/>
                  </a:lnTo>
                  <a:close/>
                </a:path>
              </a:pathLst>
            </a:custGeom>
            <a:solidFill>
              <a:schemeClr val="bg2"/>
            </a:solidFill>
            <a:ln>
              <a:solidFill>
                <a:schemeClr val="bg2"/>
              </a:solidFill>
            </a:ln>
            <a:scene3d>
              <a:camera prst="orthographicFront"/>
              <a:lightRig rig="threePt" dir="t"/>
            </a:scene3d>
            <a:sp3d>
              <a:bevelT w="381000" h="25400" prst="cross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</p:grp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9368FF92-0238-CBB1-B8CF-729BC1078175}"/>
              </a:ext>
            </a:extLst>
          </p:cNvPr>
          <p:cNvSpPr/>
          <p:nvPr/>
        </p:nvSpPr>
        <p:spPr>
          <a:xfrm rot="16200000">
            <a:off x="8790761" y="1848608"/>
            <a:ext cx="185437" cy="875205"/>
          </a:xfrm>
          <a:prstGeom prst="roundRect">
            <a:avLst>
              <a:gd name="adj" fmla="val 47694"/>
            </a:avLst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  <a:effectLst>
            <a:outerShdw blurRad="63500" sx="96000" sy="96000" algn="ctr" rotWithShape="0">
              <a:prstClr val="black">
                <a:alpha val="40000"/>
              </a:prstClr>
            </a:outerShdw>
          </a:effectLst>
          <a:scene3d>
            <a:camera prst="orthographicFront"/>
            <a:lightRig rig="flat" dir="t"/>
          </a:scene3d>
          <a:sp3d>
            <a:bevelT w="254000" h="38100" prst="slop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04DBBB0D-5F82-2803-D5BA-30FA96480625}"/>
              </a:ext>
            </a:extLst>
          </p:cNvPr>
          <p:cNvSpPr/>
          <p:nvPr/>
        </p:nvSpPr>
        <p:spPr>
          <a:xfrm rot="16200000">
            <a:off x="8727720" y="1404290"/>
            <a:ext cx="311517" cy="875206"/>
          </a:xfrm>
          <a:prstGeom prst="roundRect">
            <a:avLst>
              <a:gd name="adj" fmla="val 47694"/>
            </a:avLst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  <a:effectLst>
            <a:outerShdw blurRad="63500" sx="96000" sy="96000" algn="ctr" rotWithShape="0">
              <a:prstClr val="black">
                <a:alpha val="40000"/>
              </a:prstClr>
            </a:outerShdw>
          </a:effectLst>
          <a:scene3d>
            <a:camera prst="orthographicFront"/>
            <a:lightRig rig="flat" dir="t"/>
          </a:scene3d>
          <a:sp3d>
            <a:bevelT w="254000" h="38100" prst="slop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713750A9-CC9B-F907-B0F1-F561057CB8D7}"/>
              </a:ext>
            </a:extLst>
          </p:cNvPr>
          <p:cNvSpPr/>
          <p:nvPr/>
        </p:nvSpPr>
        <p:spPr>
          <a:xfrm>
            <a:off x="8503882" y="2495947"/>
            <a:ext cx="817200" cy="817683"/>
          </a:xfrm>
          <a:prstGeom prst="ellipse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1">
                <a:alpha val="0"/>
              </a:schemeClr>
            </a:solidFill>
          </a:ln>
          <a:effectLst>
            <a:outerShdw blurRad="63500" sx="96000" sy="96000" algn="ctr" rotWithShape="0">
              <a:prstClr val="black">
                <a:alpha val="40000"/>
              </a:prstClr>
            </a:outerShdw>
          </a:effectLst>
          <a:scene3d>
            <a:camera prst="orthographicFront"/>
            <a:lightRig rig="flat" dir="t"/>
          </a:scene3d>
          <a:sp3d prstMaterial="softEdge">
            <a:bevelT w="165100" h="190500" prst="coolSlan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F95BFCE1-2ECA-8315-A870-F94A2DAC3588}"/>
              </a:ext>
            </a:extLst>
          </p:cNvPr>
          <p:cNvGrpSpPr/>
          <p:nvPr/>
        </p:nvGrpSpPr>
        <p:grpSpPr>
          <a:xfrm>
            <a:off x="8470476" y="1148073"/>
            <a:ext cx="1048765" cy="342000"/>
            <a:chOff x="7119080" y="2335599"/>
            <a:chExt cx="1048765" cy="342000"/>
          </a:xfrm>
          <a:effectLst/>
        </p:grpSpPr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07FE51AB-2550-87E7-2830-C0C2A7C2510B}"/>
                </a:ext>
              </a:extLst>
            </p:cNvPr>
            <p:cNvSpPr/>
            <p:nvPr/>
          </p:nvSpPr>
          <p:spPr>
            <a:xfrm>
              <a:off x="7369567" y="2335599"/>
              <a:ext cx="798278" cy="342000"/>
            </a:xfrm>
            <a:custGeom>
              <a:avLst/>
              <a:gdLst>
                <a:gd name="csX0" fmla="*/ 281505 w 798278"/>
                <a:gd name="csY0" fmla="*/ 0 h 342000"/>
                <a:gd name="csX1" fmla="*/ 444732 w 798278"/>
                <a:gd name="csY1" fmla="*/ 0 h 342000"/>
                <a:gd name="csX2" fmla="*/ 444732 w 798278"/>
                <a:gd name="csY2" fmla="*/ 3128 h 342000"/>
                <a:gd name="csX3" fmla="*/ 447264 w 798278"/>
                <a:gd name="csY3" fmla="*/ 248 h 342000"/>
                <a:gd name="csX4" fmla="*/ 690692 w 798278"/>
                <a:gd name="csY4" fmla="*/ 248 h 342000"/>
                <a:gd name="csX5" fmla="*/ 783490 w 798278"/>
                <a:gd name="csY5" fmla="*/ 29298 h 342000"/>
                <a:gd name="csX6" fmla="*/ 798277 w 798278"/>
                <a:gd name="csY6" fmla="*/ 41801 h 342000"/>
                <a:gd name="csX7" fmla="*/ 647837 w 798278"/>
                <a:gd name="csY7" fmla="*/ 41801 h 342000"/>
                <a:gd name="csX8" fmla="*/ 569275 w 798278"/>
                <a:gd name="csY8" fmla="*/ 63755 h 342000"/>
                <a:gd name="csX9" fmla="*/ 550148 w 798278"/>
                <a:gd name="csY9" fmla="*/ 79653 h 342000"/>
                <a:gd name="csX10" fmla="*/ 547652 w 798278"/>
                <a:gd name="csY10" fmla="*/ 81193 h 342000"/>
                <a:gd name="csX11" fmla="*/ 546633 w 798278"/>
                <a:gd name="csY11" fmla="*/ 82575 h 342000"/>
                <a:gd name="csX12" fmla="*/ 539410 w 798278"/>
                <a:gd name="csY12" fmla="*/ 88579 h 342000"/>
                <a:gd name="csX13" fmla="*/ 518366 w 798278"/>
                <a:gd name="csY13" fmla="*/ 120310 h 342000"/>
                <a:gd name="csX14" fmla="*/ 518172 w 798278"/>
                <a:gd name="csY14" fmla="*/ 121194 h 342000"/>
                <a:gd name="csX15" fmla="*/ 518147 w 798278"/>
                <a:gd name="csY15" fmla="*/ 121227 h 342000"/>
                <a:gd name="csX16" fmla="*/ 507328 w 798278"/>
                <a:gd name="csY16" fmla="*/ 170251 h 342000"/>
                <a:gd name="csX17" fmla="*/ 518147 w 798278"/>
                <a:gd name="csY17" fmla="*/ 219275 h 342000"/>
                <a:gd name="csX18" fmla="*/ 518172 w 798278"/>
                <a:gd name="csY18" fmla="*/ 219310 h 342000"/>
                <a:gd name="csX19" fmla="*/ 518367 w 798278"/>
                <a:gd name="csY19" fmla="*/ 220191 h 342000"/>
                <a:gd name="csX20" fmla="*/ 539411 w 798278"/>
                <a:gd name="csY20" fmla="*/ 251921 h 342000"/>
                <a:gd name="csX21" fmla="*/ 546631 w 798278"/>
                <a:gd name="csY21" fmla="*/ 257922 h 342000"/>
                <a:gd name="csX22" fmla="*/ 547652 w 798278"/>
                <a:gd name="csY22" fmla="*/ 259309 h 342000"/>
                <a:gd name="csX23" fmla="*/ 550156 w 798278"/>
                <a:gd name="csY23" fmla="*/ 260853 h 342000"/>
                <a:gd name="csX24" fmla="*/ 569275 w 798278"/>
                <a:gd name="csY24" fmla="*/ 276746 h 342000"/>
                <a:gd name="csX25" fmla="*/ 647838 w 798278"/>
                <a:gd name="csY25" fmla="*/ 298699 h 342000"/>
                <a:gd name="csX26" fmla="*/ 798278 w 798278"/>
                <a:gd name="csY26" fmla="*/ 298699 h 342000"/>
                <a:gd name="csX27" fmla="*/ 783491 w 798278"/>
                <a:gd name="csY27" fmla="*/ 311203 h 342000"/>
                <a:gd name="csX28" fmla="*/ 690693 w 798278"/>
                <a:gd name="csY28" fmla="*/ 340252 h 342000"/>
                <a:gd name="csX29" fmla="*/ 447265 w 798278"/>
                <a:gd name="csY29" fmla="*/ 340252 h 342000"/>
                <a:gd name="csX30" fmla="*/ 444732 w 798278"/>
                <a:gd name="csY30" fmla="*/ 337371 h 342000"/>
                <a:gd name="csX31" fmla="*/ 444732 w 798278"/>
                <a:gd name="csY31" fmla="*/ 342000 h 342000"/>
                <a:gd name="csX32" fmla="*/ 281505 w 798278"/>
                <a:gd name="csY32" fmla="*/ 342000 h 342000"/>
                <a:gd name="csX33" fmla="*/ 142890 w 798278"/>
                <a:gd name="csY33" fmla="*/ 207916 h 342000"/>
                <a:gd name="csX34" fmla="*/ 7440 w 798278"/>
                <a:gd name="csY34" fmla="*/ 207916 h 342000"/>
                <a:gd name="csX35" fmla="*/ 39 w 798278"/>
                <a:gd name="csY35" fmla="*/ 170344 h 342000"/>
                <a:gd name="csX36" fmla="*/ 0 w 798278"/>
                <a:gd name="csY36" fmla="*/ 170344 h 342000"/>
                <a:gd name="csX37" fmla="*/ 19 w 798278"/>
                <a:gd name="csY37" fmla="*/ 170248 h 342000"/>
                <a:gd name="csX38" fmla="*/ 1 w 798278"/>
                <a:gd name="csY38" fmla="*/ 170156 h 342000"/>
                <a:gd name="csX39" fmla="*/ 38 w 798278"/>
                <a:gd name="csY39" fmla="*/ 170156 h 342000"/>
                <a:gd name="csX40" fmla="*/ 7439 w 798278"/>
                <a:gd name="csY40" fmla="*/ 132584 h 342000"/>
                <a:gd name="csX41" fmla="*/ 144441 w 798278"/>
                <a:gd name="csY41" fmla="*/ 132584 h 342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798278" h="342000">
                  <a:moveTo>
                    <a:pt x="281505" y="0"/>
                  </a:moveTo>
                  <a:lnTo>
                    <a:pt x="444732" y="0"/>
                  </a:lnTo>
                  <a:lnTo>
                    <a:pt x="444732" y="3128"/>
                  </a:lnTo>
                  <a:lnTo>
                    <a:pt x="447264" y="248"/>
                  </a:lnTo>
                  <a:lnTo>
                    <a:pt x="690692" y="248"/>
                  </a:lnTo>
                  <a:cubicBezTo>
                    <a:pt x="725067" y="248"/>
                    <a:pt x="757001" y="10957"/>
                    <a:pt x="783490" y="29298"/>
                  </a:cubicBezTo>
                  <a:lnTo>
                    <a:pt x="798277" y="41801"/>
                  </a:lnTo>
                  <a:lnTo>
                    <a:pt x="647837" y="41801"/>
                  </a:lnTo>
                  <a:cubicBezTo>
                    <a:pt x="618736" y="41801"/>
                    <a:pt x="591701" y="49894"/>
                    <a:pt x="569275" y="63755"/>
                  </a:cubicBezTo>
                  <a:lnTo>
                    <a:pt x="550148" y="79653"/>
                  </a:lnTo>
                  <a:lnTo>
                    <a:pt x="547652" y="81193"/>
                  </a:lnTo>
                  <a:lnTo>
                    <a:pt x="546633" y="82575"/>
                  </a:lnTo>
                  <a:lnTo>
                    <a:pt x="539410" y="88579"/>
                  </a:lnTo>
                  <a:cubicBezTo>
                    <a:pt x="530820" y="98102"/>
                    <a:pt x="523699" y="108776"/>
                    <a:pt x="518366" y="120310"/>
                  </a:cubicBezTo>
                  <a:lnTo>
                    <a:pt x="518172" y="121194"/>
                  </a:lnTo>
                  <a:lnTo>
                    <a:pt x="518147" y="121227"/>
                  </a:lnTo>
                  <a:cubicBezTo>
                    <a:pt x="511181" y="136294"/>
                    <a:pt x="507328" y="152861"/>
                    <a:pt x="507328" y="170251"/>
                  </a:cubicBezTo>
                  <a:cubicBezTo>
                    <a:pt x="507328" y="187640"/>
                    <a:pt x="511181" y="204207"/>
                    <a:pt x="518147" y="219275"/>
                  </a:cubicBezTo>
                  <a:lnTo>
                    <a:pt x="518172" y="219310"/>
                  </a:lnTo>
                  <a:lnTo>
                    <a:pt x="518367" y="220191"/>
                  </a:lnTo>
                  <a:cubicBezTo>
                    <a:pt x="523700" y="231725"/>
                    <a:pt x="530821" y="242398"/>
                    <a:pt x="539411" y="251921"/>
                  </a:cubicBezTo>
                  <a:lnTo>
                    <a:pt x="546631" y="257922"/>
                  </a:lnTo>
                  <a:lnTo>
                    <a:pt x="547652" y="259309"/>
                  </a:lnTo>
                  <a:lnTo>
                    <a:pt x="550156" y="260853"/>
                  </a:lnTo>
                  <a:lnTo>
                    <a:pt x="569275" y="276746"/>
                  </a:lnTo>
                  <a:cubicBezTo>
                    <a:pt x="591702" y="290606"/>
                    <a:pt x="618737" y="298699"/>
                    <a:pt x="647838" y="298699"/>
                  </a:cubicBezTo>
                  <a:lnTo>
                    <a:pt x="798278" y="298699"/>
                  </a:lnTo>
                  <a:lnTo>
                    <a:pt x="783491" y="311203"/>
                  </a:lnTo>
                  <a:cubicBezTo>
                    <a:pt x="757001" y="329543"/>
                    <a:pt x="725068" y="340252"/>
                    <a:pt x="690693" y="340252"/>
                  </a:cubicBezTo>
                  <a:lnTo>
                    <a:pt x="447265" y="340252"/>
                  </a:lnTo>
                  <a:lnTo>
                    <a:pt x="444732" y="337371"/>
                  </a:lnTo>
                  <a:lnTo>
                    <a:pt x="444732" y="342000"/>
                  </a:lnTo>
                  <a:lnTo>
                    <a:pt x="281505" y="342000"/>
                  </a:lnTo>
                  <a:lnTo>
                    <a:pt x="142890" y="207916"/>
                  </a:lnTo>
                  <a:lnTo>
                    <a:pt x="7440" y="207916"/>
                  </a:lnTo>
                  <a:lnTo>
                    <a:pt x="39" y="170344"/>
                  </a:lnTo>
                  <a:lnTo>
                    <a:pt x="0" y="170344"/>
                  </a:lnTo>
                  <a:lnTo>
                    <a:pt x="19" y="170248"/>
                  </a:lnTo>
                  <a:lnTo>
                    <a:pt x="1" y="170156"/>
                  </a:lnTo>
                  <a:lnTo>
                    <a:pt x="38" y="170156"/>
                  </a:lnTo>
                  <a:lnTo>
                    <a:pt x="7439" y="132584"/>
                  </a:lnTo>
                  <a:lnTo>
                    <a:pt x="144441" y="132584"/>
                  </a:lnTo>
                  <a:close/>
                </a:path>
              </a:pathLst>
            </a:custGeom>
            <a:solidFill>
              <a:srgbClr val="FCFFDD"/>
            </a:solidFill>
            <a:ln>
              <a:solidFill>
                <a:schemeClr val="bg1">
                  <a:lumMod val="85000"/>
                </a:schemeClr>
              </a:solidFill>
            </a:ln>
            <a:effectLst>
              <a:outerShdw blurRad="63500" sx="96000" sy="96000" algn="ctr" rotWithShape="0">
                <a:prstClr val="black">
                  <a:alpha val="40000"/>
                </a:prstClr>
              </a:outerShdw>
            </a:effectLst>
            <a:scene3d>
              <a:camera prst="orthographicFront"/>
              <a:lightRig rig="threePt" dir="t">
                <a:rot lat="0" lon="0" rev="17400000"/>
              </a:lightRig>
            </a:scene3d>
            <a:sp3d>
              <a:bevelT w="508000" h="38100" prst="cross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C7FDB71F-72CC-EC5D-ED20-863198B7F6F9}"/>
                </a:ext>
              </a:extLst>
            </p:cNvPr>
            <p:cNvSpPr/>
            <p:nvPr/>
          </p:nvSpPr>
          <p:spPr>
            <a:xfrm>
              <a:off x="7119080" y="2435804"/>
              <a:ext cx="345775" cy="141590"/>
            </a:xfrm>
            <a:custGeom>
              <a:avLst/>
              <a:gdLst>
                <a:gd name="csX0" fmla="*/ 98886 w 390646"/>
                <a:gd name="csY0" fmla="*/ 0 h 141590"/>
                <a:gd name="csX1" fmla="*/ 314678 w 390646"/>
                <a:gd name="csY1" fmla="*/ 0 h 141590"/>
                <a:gd name="csX2" fmla="*/ 390646 w 390646"/>
                <a:gd name="csY2" fmla="*/ 16526 h 141590"/>
                <a:gd name="csX3" fmla="*/ 390646 w 390646"/>
                <a:gd name="csY3" fmla="*/ 32120 h 141590"/>
                <a:gd name="csX4" fmla="*/ 292923 w 390646"/>
                <a:gd name="csY4" fmla="*/ 32120 h 141590"/>
                <a:gd name="csX5" fmla="*/ 292923 w 390646"/>
                <a:gd name="csY5" fmla="*/ 109470 h 141590"/>
                <a:gd name="csX6" fmla="*/ 390646 w 390646"/>
                <a:gd name="csY6" fmla="*/ 109470 h 141590"/>
                <a:gd name="csX7" fmla="*/ 390646 w 390646"/>
                <a:gd name="csY7" fmla="*/ 125065 h 141590"/>
                <a:gd name="csX8" fmla="*/ 314678 w 390646"/>
                <a:gd name="csY8" fmla="*/ 141590 h 141590"/>
                <a:gd name="csX9" fmla="*/ 169200 w 390646"/>
                <a:gd name="csY9" fmla="*/ 141590 h 141590"/>
                <a:gd name="csX10" fmla="*/ 98886 w 390646"/>
                <a:gd name="csY10" fmla="*/ 141590 h 141590"/>
                <a:gd name="csX11" fmla="*/ 84600 w 390646"/>
                <a:gd name="csY11" fmla="*/ 141590 h 141590"/>
                <a:gd name="csX12" fmla="*/ 0 w 390646"/>
                <a:gd name="csY12" fmla="*/ 71390 h 141590"/>
                <a:gd name="csX13" fmla="*/ 84600 w 390646"/>
                <a:gd name="csY13" fmla="*/ 1190 h 141590"/>
                <a:gd name="csX14" fmla="*/ 98886 w 390646"/>
                <a:gd name="csY14" fmla="*/ 1190 h 1415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390646" h="141590">
                  <a:moveTo>
                    <a:pt x="98886" y="0"/>
                  </a:moveTo>
                  <a:lnTo>
                    <a:pt x="314678" y="0"/>
                  </a:lnTo>
                  <a:lnTo>
                    <a:pt x="390646" y="16526"/>
                  </a:lnTo>
                  <a:lnTo>
                    <a:pt x="390646" y="32120"/>
                  </a:lnTo>
                  <a:lnTo>
                    <a:pt x="292923" y="32120"/>
                  </a:lnTo>
                  <a:lnTo>
                    <a:pt x="292923" y="109470"/>
                  </a:lnTo>
                  <a:lnTo>
                    <a:pt x="390646" y="109470"/>
                  </a:lnTo>
                  <a:lnTo>
                    <a:pt x="390646" y="125065"/>
                  </a:lnTo>
                  <a:lnTo>
                    <a:pt x="314678" y="141590"/>
                  </a:lnTo>
                  <a:lnTo>
                    <a:pt x="169200" y="141590"/>
                  </a:lnTo>
                  <a:lnTo>
                    <a:pt x="98886" y="141590"/>
                  </a:lnTo>
                  <a:lnTo>
                    <a:pt x="84600" y="141590"/>
                  </a:lnTo>
                  <a:cubicBezTo>
                    <a:pt x="37877" y="141590"/>
                    <a:pt x="0" y="110160"/>
                    <a:pt x="0" y="71390"/>
                  </a:cubicBezTo>
                  <a:cubicBezTo>
                    <a:pt x="0" y="32620"/>
                    <a:pt x="37877" y="1190"/>
                    <a:pt x="84600" y="1190"/>
                  </a:cubicBezTo>
                  <a:lnTo>
                    <a:pt x="98886" y="1190"/>
                  </a:lnTo>
                  <a:close/>
                </a:path>
              </a:pathLst>
            </a:custGeom>
            <a:solidFill>
              <a:schemeClr val="bg2"/>
            </a:solidFill>
            <a:ln>
              <a:solidFill>
                <a:schemeClr val="bg2"/>
              </a:solidFill>
            </a:ln>
            <a:effectLst/>
            <a:scene3d>
              <a:camera prst="orthographicFront"/>
              <a:lightRig rig="threePt" dir="t">
                <a:rot lat="0" lon="0" rev="13200000"/>
              </a:lightRig>
            </a:scene3d>
            <a:sp3d>
              <a:bevelT w="381000" h="25400" prst="cross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2DD90C72-3AB2-6309-2E2C-E5A6BB814C5B}"/>
              </a:ext>
            </a:extLst>
          </p:cNvPr>
          <p:cNvGrpSpPr/>
          <p:nvPr/>
        </p:nvGrpSpPr>
        <p:grpSpPr>
          <a:xfrm rot="7469893">
            <a:off x="2698862" y="2121623"/>
            <a:ext cx="2680542" cy="1719581"/>
            <a:chOff x="5666051" y="354895"/>
            <a:chExt cx="2680542" cy="1719581"/>
          </a:xfrm>
        </p:grpSpPr>
        <p:sp>
          <p:nvSpPr>
            <p:cNvPr id="5" name="타원 4">
              <a:extLst>
                <a:ext uri="{FF2B5EF4-FFF2-40B4-BE49-F238E27FC236}">
                  <a16:creationId xmlns:a16="http://schemas.microsoft.com/office/drawing/2014/main" id="{C59887A0-925D-16F0-E627-5D556FC10C7C}"/>
                </a:ext>
              </a:extLst>
            </p:cNvPr>
            <p:cNvSpPr/>
            <p:nvPr/>
          </p:nvSpPr>
          <p:spPr>
            <a:xfrm>
              <a:off x="7232204" y="786256"/>
              <a:ext cx="493798" cy="481962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 w="38100">
              <a:solidFill>
                <a:schemeClr val="bg2">
                  <a:lumMod val="75000"/>
                  <a:alpha val="0"/>
                </a:schemeClr>
              </a:solidFill>
            </a:ln>
            <a:scene3d>
              <a:camera prst="orthographicFront"/>
              <a:lightRig rig="threePt" dir="t">
                <a:rot lat="0" lon="0" rev="2700000"/>
              </a:lightRig>
            </a:scene3d>
            <a:sp3d prstMaterial="softEdge">
              <a:bevelT w="165100" prst="coolSlant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3781EE38-3DC8-E97E-AB3D-BA481F52382C}"/>
                </a:ext>
              </a:extLst>
            </p:cNvPr>
            <p:cNvSpPr/>
            <p:nvPr/>
          </p:nvSpPr>
          <p:spPr>
            <a:xfrm rot="5356858" flipH="1">
              <a:off x="7080808" y="543689"/>
              <a:ext cx="311517" cy="875206"/>
            </a:xfrm>
            <a:prstGeom prst="roundRect">
              <a:avLst>
                <a:gd name="adj" fmla="val 47694"/>
              </a:avLst>
            </a:prstGeom>
            <a:solidFill>
              <a:schemeClr val="bg2"/>
            </a:solidFill>
            <a:ln>
              <a:solidFill>
                <a:schemeClr val="bg2">
                  <a:lumMod val="90000"/>
                </a:schemeClr>
              </a:solidFill>
            </a:ln>
            <a:scene3d>
              <a:camera prst="orthographicFront"/>
              <a:lightRig rig="flat" dir="t"/>
            </a:scene3d>
            <a:sp3d>
              <a:bevelT w="254000" h="38100" prst="slop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6BB6F1B2-6255-F911-9B35-E7A3D861D12C}"/>
                </a:ext>
              </a:extLst>
            </p:cNvPr>
            <p:cNvSpPr/>
            <p:nvPr/>
          </p:nvSpPr>
          <p:spPr>
            <a:xfrm rot="6219111">
              <a:off x="7592781" y="653279"/>
              <a:ext cx="340893" cy="875206"/>
            </a:xfrm>
            <a:prstGeom prst="roundRect">
              <a:avLst>
                <a:gd name="adj" fmla="val 47694"/>
              </a:avLst>
            </a:prstGeom>
            <a:solidFill>
              <a:schemeClr val="bg2"/>
            </a:solidFill>
            <a:ln>
              <a:solidFill>
                <a:schemeClr val="bg2">
                  <a:lumMod val="90000"/>
                </a:schemeClr>
              </a:solidFill>
            </a:ln>
            <a:scene3d>
              <a:camera prst="orthographicFront"/>
              <a:lightRig rig="flat" dir="t"/>
            </a:scene3d>
            <a:sp3d>
              <a:bevelT w="254000" h="38100" prst="slop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A6C58757-8CC5-2C0F-B18A-D30EC285C38B}"/>
                </a:ext>
              </a:extLst>
            </p:cNvPr>
            <p:cNvSpPr/>
            <p:nvPr/>
          </p:nvSpPr>
          <p:spPr>
            <a:xfrm rot="591215">
              <a:off x="8030836" y="354895"/>
              <a:ext cx="185437" cy="875205"/>
            </a:xfrm>
            <a:prstGeom prst="roundRect">
              <a:avLst>
                <a:gd name="adj" fmla="val 47694"/>
              </a:avLst>
            </a:prstGeom>
            <a:solidFill>
              <a:schemeClr val="bg2"/>
            </a:solidFill>
            <a:ln>
              <a:solidFill>
                <a:schemeClr val="bg2">
                  <a:lumMod val="90000"/>
                </a:schemeClr>
              </a:solidFill>
            </a:ln>
            <a:scene3d>
              <a:camera prst="orthographicFront"/>
              <a:lightRig rig="flat" dir="t"/>
            </a:scene3d>
            <a:sp3d>
              <a:bevelT w="254000" h="38100" prst="slop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1" name="사각형: 둥근 모서리 60">
              <a:extLst>
                <a:ext uri="{FF2B5EF4-FFF2-40B4-BE49-F238E27FC236}">
                  <a16:creationId xmlns:a16="http://schemas.microsoft.com/office/drawing/2014/main" id="{3D56625C-C432-209A-A916-1D9068E3AF78}"/>
                </a:ext>
              </a:extLst>
            </p:cNvPr>
            <p:cNvSpPr/>
            <p:nvPr/>
          </p:nvSpPr>
          <p:spPr>
            <a:xfrm rot="12429346" flipH="1">
              <a:off x="6677900" y="873084"/>
              <a:ext cx="185437" cy="875205"/>
            </a:xfrm>
            <a:prstGeom prst="roundRect">
              <a:avLst>
                <a:gd name="adj" fmla="val 47694"/>
              </a:avLst>
            </a:prstGeom>
            <a:solidFill>
              <a:schemeClr val="bg2"/>
            </a:solidFill>
            <a:ln>
              <a:solidFill>
                <a:schemeClr val="bg2">
                  <a:lumMod val="90000"/>
                </a:schemeClr>
              </a:solidFill>
            </a:ln>
            <a:scene3d>
              <a:camera prst="orthographicFront"/>
              <a:lightRig rig="flat" dir="t"/>
            </a:scene3d>
            <a:sp3d>
              <a:bevelT w="254000" h="38100" prst="slop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F03B5544-1545-9BE8-6299-322A56F3C125}"/>
                </a:ext>
              </a:extLst>
            </p:cNvPr>
            <p:cNvGrpSpPr/>
            <p:nvPr/>
          </p:nvGrpSpPr>
          <p:grpSpPr>
            <a:xfrm rot="8674535">
              <a:off x="5666051" y="1732476"/>
              <a:ext cx="1068357" cy="342000"/>
              <a:chOff x="7042179" y="2423434"/>
              <a:chExt cx="1068357" cy="342000"/>
            </a:xfrm>
          </p:grpSpPr>
          <p:sp>
            <p:nvSpPr>
              <p:cNvPr id="36" name="자유형: 도형 35">
                <a:extLst>
                  <a:ext uri="{FF2B5EF4-FFF2-40B4-BE49-F238E27FC236}">
                    <a16:creationId xmlns:a16="http://schemas.microsoft.com/office/drawing/2014/main" id="{37443BAF-0482-E44E-4D33-2695232A6CFE}"/>
                  </a:ext>
                </a:extLst>
              </p:cNvPr>
              <p:cNvSpPr/>
              <p:nvPr/>
            </p:nvSpPr>
            <p:spPr>
              <a:xfrm rot="10911144" flipH="1">
                <a:off x="7312258" y="2423434"/>
                <a:ext cx="798278" cy="342000"/>
              </a:xfrm>
              <a:custGeom>
                <a:avLst/>
                <a:gdLst>
                  <a:gd name="csX0" fmla="*/ 281505 w 798278"/>
                  <a:gd name="csY0" fmla="*/ 0 h 342000"/>
                  <a:gd name="csX1" fmla="*/ 444732 w 798278"/>
                  <a:gd name="csY1" fmla="*/ 0 h 342000"/>
                  <a:gd name="csX2" fmla="*/ 444732 w 798278"/>
                  <a:gd name="csY2" fmla="*/ 3128 h 342000"/>
                  <a:gd name="csX3" fmla="*/ 447264 w 798278"/>
                  <a:gd name="csY3" fmla="*/ 248 h 342000"/>
                  <a:gd name="csX4" fmla="*/ 690692 w 798278"/>
                  <a:gd name="csY4" fmla="*/ 248 h 342000"/>
                  <a:gd name="csX5" fmla="*/ 783490 w 798278"/>
                  <a:gd name="csY5" fmla="*/ 29298 h 342000"/>
                  <a:gd name="csX6" fmla="*/ 798277 w 798278"/>
                  <a:gd name="csY6" fmla="*/ 41801 h 342000"/>
                  <a:gd name="csX7" fmla="*/ 647837 w 798278"/>
                  <a:gd name="csY7" fmla="*/ 41801 h 342000"/>
                  <a:gd name="csX8" fmla="*/ 569275 w 798278"/>
                  <a:gd name="csY8" fmla="*/ 63755 h 342000"/>
                  <a:gd name="csX9" fmla="*/ 550148 w 798278"/>
                  <a:gd name="csY9" fmla="*/ 79653 h 342000"/>
                  <a:gd name="csX10" fmla="*/ 547652 w 798278"/>
                  <a:gd name="csY10" fmla="*/ 81193 h 342000"/>
                  <a:gd name="csX11" fmla="*/ 546633 w 798278"/>
                  <a:gd name="csY11" fmla="*/ 82575 h 342000"/>
                  <a:gd name="csX12" fmla="*/ 539410 w 798278"/>
                  <a:gd name="csY12" fmla="*/ 88579 h 342000"/>
                  <a:gd name="csX13" fmla="*/ 518366 w 798278"/>
                  <a:gd name="csY13" fmla="*/ 120310 h 342000"/>
                  <a:gd name="csX14" fmla="*/ 518172 w 798278"/>
                  <a:gd name="csY14" fmla="*/ 121194 h 342000"/>
                  <a:gd name="csX15" fmla="*/ 518147 w 798278"/>
                  <a:gd name="csY15" fmla="*/ 121227 h 342000"/>
                  <a:gd name="csX16" fmla="*/ 507328 w 798278"/>
                  <a:gd name="csY16" fmla="*/ 170251 h 342000"/>
                  <a:gd name="csX17" fmla="*/ 518147 w 798278"/>
                  <a:gd name="csY17" fmla="*/ 219275 h 342000"/>
                  <a:gd name="csX18" fmla="*/ 518172 w 798278"/>
                  <a:gd name="csY18" fmla="*/ 219310 h 342000"/>
                  <a:gd name="csX19" fmla="*/ 518367 w 798278"/>
                  <a:gd name="csY19" fmla="*/ 220191 h 342000"/>
                  <a:gd name="csX20" fmla="*/ 539411 w 798278"/>
                  <a:gd name="csY20" fmla="*/ 251921 h 342000"/>
                  <a:gd name="csX21" fmla="*/ 546631 w 798278"/>
                  <a:gd name="csY21" fmla="*/ 257922 h 342000"/>
                  <a:gd name="csX22" fmla="*/ 547652 w 798278"/>
                  <a:gd name="csY22" fmla="*/ 259309 h 342000"/>
                  <a:gd name="csX23" fmla="*/ 550156 w 798278"/>
                  <a:gd name="csY23" fmla="*/ 260853 h 342000"/>
                  <a:gd name="csX24" fmla="*/ 569275 w 798278"/>
                  <a:gd name="csY24" fmla="*/ 276746 h 342000"/>
                  <a:gd name="csX25" fmla="*/ 647838 w 798278"/>
                  <a:gd name="csY25" fmla="*/ 298699 h 342000"/>
                  <a:gd name="csX26" fmla="*/ 798278 w 798278"/>
                  <a:gd name="csY26" fmla="*/ 298699 h 342000"/>
                  <a:gd name="csX27" fmla="*/ 783491 w 798278"/>
                  <a:gd name="csY27" fmla="*/ 311203 h 342000"/>
                  <a:gd name="csX28" fmla="*/ 690693 w 798278"/>
                  <a:gd name="csY28" fmla="*/ 340252 h 342000"/>
                  <a:gd name="csX29" fmla="*/ 447265 w 798278"/>
                  <a:gd name="csY29" fmla="*/ 340252 h 342000"/>
                  <a:gd name="csX30" fmla="*/ 444732 w 798278"/>
                  <a:gd name="csY30" fmla="*/ 337371 h 342000"/>
                  <a:gd name="csX31" fmla="*/ 444732 w 798278"/>
                  <a:gd name="csY31" fmla="*/ 342000 h 342000"/>
                  <a:gd name="csX32" fmla="*/ 281505 w 798278"/>
                  <a:gd name="csY32" fmla="*/ 342000 h 342000"/>
                  <a:gd name="csX33" fmla="*/ 142890 w 798278"/>
                  <a:gd name="csY33" fmla="*/ 207916 h 342000"/>
                  <a:gd name="csX34" fmla="*/ 7440 w 798278"/>
                  <a:gd name="csY34" fmla="*/ 207916 h 342000"/>
                  <a:gd name="csX35" fmla="*/ 39 w 798278"/>
                  <a:gd name="csY35" fmla="*/ 170344 h 342000"/>
                  <a:gd name="csX36" fmla="*/ 0 w 798278"/>
                  <a:gd name="csY36" fmla="*/ 170344 h 342000"/>
                  <a:gd name="csX37" fmla="*/ 19 w 798278"/>
                  <a:gd name="csY37" fmla="*/ 170248 h 342000"/>
                  <a:gd name="csX38" fmla="*/ 1 w 798278"/>
                  <a:gd name="csY38" fmla="*/ 170156 h 342000"/>
                  <a:gd name="csX39" fmla="*/ 38 w 798278"/>
                  <a:gd name="csY39" fmla="*/ 170156 h 342000"/>
                  <a:gd name="csX40" fmla="*/ 7439 w 798278"/>
                  <a:gd name="csY40" fmla="*/ 132584 h 342000"/>
                  <a:gd name="csX41" fmla="*/ 144441 w 798278"/>
                  <a:gd name="csY41" fmla="*/ 132584 h 3420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</a:cxnLst>
                <a:rect l="l" t="t" r="r" b="b"/>
                <a:pathLst>
                  <a:path w="798278" h="342000">
                    <a:moveTo>
                      <a:pt x="281505" y="0"/>
                    </a:moveTo>
                    <a:lnTo>
                      <a:pt x="444732" y="0"/>
                    </a:lnTo>
                    <a:lnTo>
                      <a:pt x="444732" y="3128"/>
                    </a:lnTo>
                    <a:lnTo>
                      <a:pt x="447264" y="248"/>
                    </a:lnTo>
                    <a:lnTo>
                      <a:pt x="690692" y="248"/>
                    </a:lnTo>
                    <a:cubicBezTo>
                      <a:pt x="725067" y="248"/>
                      <a:pt x="757001" y="10957"/>
                      <a:pt x="783490" y="29298"/>
                    </a:cubicBezTo>
                    <a:lnTo>
                      <a:pt x="798277" y="41801"/>
                    </a:lnTo>
                    <a:lnTo>
                      <a:pt x="647837" y="41801"/>
                    </a:lnTo>
                    <a:cubicBezTo>
                      <a:pt x="618736" y="41801"/>
                      <a:pt x="591701" y="49894"/>
                      <a:pt x="569275" y="63755"/>
                    </a:cubicBezTo>
                    <a:lnTo>
                      <a:pt x="550148" y="79653"/>
                    </a:lnTo>
                    <a:lnTo>
                      <a:pt x="547652" y="81193"/>
                    </a:lnTo>
                    <a:lnTo>
                      <a:pt x="546633" y="82575"/>
                    </a:lnTo>
                    <a:lnTo>
                      <a:pt x="539410" y="88579"/>
                    </a:lnTo>
                    <a:cubicBezTo>
                      <a:pt x="530820" y="98102"/>
                      <a:pt x="523699" y="108776"/>
                      <a:pt x="518366" y="120310"/>
                    </a:cubicBezTo>
                    <a:lnTo>
                      <a:pt x="518172" y="121194"/>
                    </a:lnTo>
                    <a:lnTo>
                      <a:pt x="518147" y="121227"/>
                    </a:lnTo>
                    <a:cubicBezTo>
                      <a:pt x="511181" y="136294"/>
                      <a:pt x="507328" y="152861"/>
                      <a:pt x="507328" y="170251"/>
                    </a:cubicBezTo>
                    <a:cubicBezTo>
                      <a:pt x="507328" y="187640"/>
                      <a:pt x="511181" y="204207"/>
                      <a:pt x="518147" y="219275"/>
                    </a:cubicBezTo>
                    <a:lnTo>
                      <a:pt x="518172" y="219310"/>
                    </a:lnTo>
                    <a:lnTo>
                      <a:pt x="518367" y="220191"/>
                    </a:lnTo>
                    <a:cubicBezTo>
                      <a:pt x="523700" y="231725"/>
                      <a:pt x="530821" y="242398"/>
                      <a:pt x="539411" y="251921"/>
                    </a:cubicBezTo>
                    <a:lnTo>
                      <a:pt x="546631" y="257922"/>
                    </a:lnTo>
                    <a:lnTo>
                      <a:pt x="547652" y="259309"/>
                    </a:lnTo>
                    <a:lnTo>
                      <a:pt x="550156" y="260853"/>
                    </a:lnTo>
                    <a:lnTo>
                      <a:pt x="569275" y="276746"/>
                    </a:lnTo>
                    <a:cubicBezTo>
                      <a:pt x="591702" y="290606"/>
                      <a:pt x="618737" y="298699"/>
                      <a:pt x="647838" y="298699"/>
                    </a:cubicBezTo>
                    <a:lnTo>
                      <a:pt x="798278" y="298699"/>
                    </a:lnTo>
                    <a:lnTo>
                      <a:pt x="783491" y="311203"/>
                    </a:lnTo>
                    <a:cubicBezTo>
                      <a:pt x="757001" y="329543"/>
                      <a:pt x="725068" y="340252"/>
                      <a:pt x="690693" y="340252"/>
                    </a:cubicBezTo>
                    <a:lnTo>
                      <a:pt x="447265" y="340252"/>
                    </a:lnTo>
                    <a:lnTo>
                      <a:pt x="444732" y="337371"/>
                    </a:lnTo>
                    <a:lnTo>
                      <a:pt x="444732" y="342000"/>
                    </a:lnTo>
                    <a:lnTo>
                      <a:pt x="281505" y="342000"/>
                    </a:lnTo>
                    <a:lnTo>
                      <a:pt x="142890" y="207916"/>
                    </a:lnTo>
                    <a:lnTo>
                      <a:pt x="7440" y="207916"/>
                    </a:lnTo>
                    <a:lnTo>
                      <a:pt x="39" y="170344"/>
                    </a:lnTo>
                    <a:lnTo>
                      <a:pt x="0" y="170344"/>
                    </a:lnTo>
                    <a:lnTo>
                      <a:pt x="19" y="170248"/>
                    </a:lnTo>
                    <a:lnTo>
                      <a:pt x="1" y="170156"/>
                    </a:lnTo>
                    <a:lnTo>
                      <a:pt x="38" y="170156"/>
                    </a:lnTo>
                    <a:lnTo>
                      <a:pt x="7439" y="132584"/>
                    </a:lnTo>
                    <a:lnTo>
                      <a:pt x="144441" y="132584"/>
                    </a:lnTo>
                    <a:close/>
                  </a:path>
                </a:pathLst>
              </a:custGeom>
              <a:solidFill>
                <a:srgbClr val="FCFFDD"/>
              </a:solidFill>
              <a:ln>
                <a:solidFill>
                  <a:srgbClr val="FCFFDD"/>
                </a:solidFill>
              </a:ln>
              <a:effectLst/>
              <a:scene3d>
                <a:camera prst="orthographicFront"/>
                <a:lightRig rig="threePt" dir="t">
                  <a:rot lat="0" lon="0" rev="17400000"/>
                </a:lightRig>
              </a:scene3d>
              <a:sp3d>
                <a:bevelT w="508000" h="38100" prst="cross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37" name="자유형: 도형 36">
                <a:extLst>
                  <a:ext uri="{FF2B5EF4-FFF2-40B4-BE49-F238E27FC236}">
                    <a16:creationId xmlns:a16="http://schemas.microsoft.com/office/drawing/2014/main" id="{AE46AE19-E6AC-E55F-8D08-EF9B97AF57F9}"/>
                  </a:ext>
                </a:extLst>
              </p:cNvPr>
              <p:cNvSpPr/>
              <p:nvPr/>
            </p:nvSpPr>
            <p:spPr>
              <a:xfrm rot="10911144" flipH="1">
                <a:off x="7042179" y="2502432"/>
                <a:ext cx="345775" cy="141590"/>
              </a:xfrm>
              <a:custGeom>
                <a:avLst/>
                <a:gdLst>
                  <a:gd name="csX0" fmla="*/ 98886 w 390646"/>
                  <a:gd name="csY0" fmla="*/ 0 h 141590"/>
                  <a:gd name="csX1" fmla="*/ 314678 w 390646"/>
                  <a:gd name="csY1" fmla="*/ 0 h 141590"/>
                  <a:gd name="csX2" fmla="*/ 390646 w 390646"/>
                  <a:gd name="csY2" fmla="*/ 16526 h 141590"/>
                  <a:gd name="csX3" fmla="*/ 390646 w 390646"/>
                  <a:gd name="csY3" fmla="*/ 32120 h 141590"/>
                  <a:gd name="csX4" fmla="*/ 292923 w 390646"/>
                  <a:gd name="csY4" fmla="*/ 32120 h 141590"/>
                  <a:gd name="csX5" fmla="*/ 292923 w 390646"/>
                  <a:gd name="csY5" fmla="*/ 109470 h 141590"/>
                  <a:gd name="csX6" fmla="*/ 390646 w 390646"/>
                  <a:gd name="csY6" fmla="*/ 109470 h 141590"/>
                  <a:gd name="csX7" fmla="*/ 390646 w 390646"/>
                  <a:gd name="csY7" fmla="*/ 125065 h 141590"/>
                  <a:gd name="csX8" fmla="*/ 314678 w 390646"/>
                  <a:gd name="csY8" fmla="*/ 141590 h 141590"/>
                  <a:gd name="csX9" fmla="*/ 169200 w 390646"/>
                  <a:gd name="csY9" fmla="*/ 141590 h 141590"/>
                  <a:gd name="csX10" fmla="*/ 98886 w 390646"/>
                  <a:gd name="csY10" fmla="*/ 141590 h 141590"/>
                  <a:gd name="csX11" fmla="*/ 84600 w 390646"/>
                  <a:gd name="csY11" fmla="*/ 141590 h 141590"/>
                  <a:gd name="csX12" fmla="*/ 0 w 390646"/>
                  <a:gd name="csY12" fmla="*/ 71390 h 141590"/>
                  <a:gd name="csX13" fmla="*/ 84600 w 390646"/>
                  <a:gd name="csY13" fmla="*/ 1190 h 141590"/>
                  <a:gd name="csX14" fmla="*/ 98886 w 390646"/>
                  <a:gd name="csY14" fmla="*/ 1190 h 141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390646" h="141590">
                    <a:moveTo>
                      <a:pt x="98886" y="0"/>
                    </a:moveTo>
                    <a:lnTo>
                      <a:pt x="314678" y="0"/>
                    </a:lnTo>
                    <a:lnTo>
                      <a:pt x="390646" y="16526"/>
                    </a:lnTo>
                    <a:lnTo>
                      <a:pt x="390646" y="32120"/>
                    </a:lnTo>
                    <a:lnTo>
                      <a:pt x="292923" y="32120"/>
                    </a:lnTo>
                    <a:lnTo>
                      <a:pt x="292923" y="109470"/>
                    </a:lnTo>
                    <a:lnTo>
                      <a:pt x="390646" y="109470"/>
                    </a:lnTo>
                    <a:lnTo>
                      <a:pt x="390646" y="125065"/>
                    </a:lnTo>
                    <a:lnTo>
                      <a:pt x="314678" y="141590"/>
                    </a:lnTo>
                    <a:lnTo>
                      <a:pt x="169200" y="141590"/>
                    </a:lnTo>
                    <a:lnTo>
                      <a:pt x="98886" y="141590"/>
                    </a:lnTo>
                    <a:lnTo>
                      <a:pt x="84600" y="141590"/>
                    </a:lnTo>
                    <a:cubicBezTo>
                      <a:pt x="37877" y="141590"/>
                      <a:pt x="0" y="110160"/>
                      <a:pt x="0" y="71390"/>
                    </a:cubicBezTo>
                    <a:cubicBezTo>
                      <a:pt x="0" y="32620"/>
                      <a:pt x="37877" y="1190"/>
                      <a:pt x="84600" y="1190"/>
                    </a:cubicBezTo>
                    <a:lnTo>
                      <a:pt x="98886" y="1190"/>
                    </a:lnTo>
                    <a:close/>
                  </a:path>
                </a:pathLst>
              </a:custGeom>
              <a:solidFill>
                <a:schemeClr val="bg2"/>
              </a:solidFill>
              <a:ln>
                <a:solidFill>
                  <a:schemeClr val="bg2"/>
                </a:solidFill>
              </a:ln>
              <a:scene3d>
                <a:camera prst="orthographicFront"/>
                <a:lightRig rig="threePt" dir="t"/>
              </a:scene3d>
              <a:sp3d>
                <a:bevelT w="381000" h="25400" prst="cross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</p:grpSp>
        <p:grpSp>
          <p:nvGrpSpPr>
            <p:cNvPr id="38" name="그룹 37">
              <a:extLst>
                <a:ext uri="{FF2B5EF4-FFF2-40B4-BE49-F238E27FC236}">
                  <a16:creationId xmlns:a16="http://schemas.microsoft.com/office/drawing/2014/main" id="{88F90E7C-50BA-84D9-10DF-6EC859D6CAA4}"/>
                </a:ext>
              </a:extLst>
            </p:cNvPr>
            <p:cNvGrpSpPr/>
            <p:nvPr/>
          </p:nvGrpSpPr>
          <p:grpSpPr>
            <a:xfrm rot="8672181">
              <a:off x="7299153" y="546419"/>
              <a:ext cx="1047440" cy="342000"/>
              <a:chOff x="6817589" y="2592749"/>
              <a:chExt cx="1047440" cy="342000"/>
            </a:xfrm>
          </p:grpSpPr>
          <p:sp>
            <p:nvSpPr>
              <p:cNvPr id="39" name="자유형: 도형 38">
                <a:extLst>
                  <a:ext uri="{FF2B5EF4-FFF2-40B4-BE49-F238E27FC236}">
                    <a16:creationId xmlns:a16="http://schemas.microsoft.com/office/drawing/2014/main" id="{64E47577-AFF0-CE9F-FCAA-C1844501BD35}"/>
                  </a:ext>
                </a:extLst>
              </p:cNvPr>
              <p:cNvSpPr/>
              <p:nvPr/>
            </p:nvSpPr>
            <p:spPr>
              <a:xfrm>
                <a:off x="7066751" y="2592749"/>
                <a:ext cx="798278" cy="342000"/>
              </a:xfrm>
              <a:custGeom>
                <a:avLst/>
                <a:gdLst>
                  <a:gd name="csX0" fmla="*/ 281505 w 798278"/>
                  <a:gd name="csY0" fmla="*/ 0 h 342000"/>
                  <a:gd name="csX1" fmla="*/ 444732 w 798278"/>
                  <a:gd name="csY1" fmla="*/ 0 h 342000"/>
                  <a:gd name="csX2" fmla="*/ 444732 w 798278"/>
                  <a:gd name="csY2" fmla="*/ 3128 h 342000"/>
                  <a:gd name="csX3" fmla="*/ 447264 w 798278"/>
                  <a:gd name="csY3" fmla="*/ 248 h 342000"/>
                  <a:gd name="csX4" fmla="*/ 690692 w 798278"/>
                  <a:gd name="csY4" fmla="*/ 248 h 342000"/>
                  <a:gd name="csX5" fmla="*/ 783490 w 798278"/>
                  <a:gd name="csY5" fmla="*/ 29298 h 342000"/>
                  <a:gd name="csX6" fmla="*/ 798277 w 798278"/>
                  <a:gd name="csY6" fmla="*/ 41801 h 342000"/>
                  <a:gd name="csX7" fmla="*/ 647837 w 798278"/>
                  <a:gd name="csY7" fmla="*/ 41801 h 342000"/>
                  <a:gd name="csX8" fmla="*/ 569275 w 798278"/>
                  <a:gd name="csY8" fmla="*/ 63755 h 342000"/>
                  <a:gd name="csX9" fmla="*/ 550148 w 798278"/>
                  <a:gd name="csY9" fmla="*/ 79653 h 342000"/>
                  <a:gd name="csX10" fmla="*/ 547652 w 798278"/>
                  <a:gd name="csY10" fmla="*/ 81193 h 342000"/>
                  <a:gd name="csX11" fmla="*/ 546633 w 798278"/>
                  <a:gd name="csY11" fmla="*/ 82575 h 342000"/>
                  <a:gd name="csX12" fmla="*/ 539410 w 798278"/>
                  <a:gd name="csY12" fmla="*/ 88579 h 342000"/>
                  <a:gd name="csX13" fmla="*/ 518366 w 798278"/>
                  <a:gd name="csY13" fmla="*/ 120310 h 342000"/>
                  <a:gd name="csX14" fmla="*/ 518172 w 798278"/>
                  <a:gd name="csY14" fmla="*/ 121194 h 342000"/>
                  <a:gd name="csX15" fmla="*/ 518147 w 798278"/>
                  <a:gd name="csY15" fmla="*/ 121227 h 342000"/>
                  <a:gd name="csX16" fmla="*/ 507328 w 798278"/>
                  <a:gd name="csY16" fmla="*/ 170251 h 342000"/>
                  <a:gd name="csX17" fmla="*/ 518147 w 798278"/>
                  <a:gd name="csY17" fmla="*/ 219275 h 342000"/>
                  <a:gd name="csX18" fmla="*/ 518172 w 798278"/>
                  <a:gd name="csY18" fmla="*/ 219310 h 342000"/>
                  <a:gd name="csX19" fmla="*/ 518367 w 798278"/>
                  <a:gd name="csY19" fmla="*/ 220191 h 342000"/>
                  <a:gd name="csX20" fmla="*/ 539411 w 798278"/>
                  <a:gd name="csY20" fmla="*/ 251921 h 342000"/>
                  <a:gd name="csX21" fmla="*/ 546631 w 798278"/>
                  <a:gd name="csY21" fmla="*/ 257922 h 342000"/>
                  <a:gd name="csX22" fmla="*/ 547652 w 798278"/>
                  <a:gd name="csY22" fmla="*/ 259309 h 342000"/>
                  <a:gd name="csX23" fmla="*/ 550156 w 798278"/>
                  <a:gd name="csY23" fmla="*/ 260853 h 342000"/>
                  <a:gd name="csX24" fmla="*/ 569275 w 798278"/>
                  <a:gd name="csY24" fmla="*/ 276746 h 342000"/>
                  <a:gd name="csX25" fmla="*/ 647838 w 798278"/>
                  <a:gd name="csY25" fmla="*/ 298699 h 342000"/>
                  <a:gd name="csX26" fmla="*/ 798278 w 798278"/>
                  <a:gd name="csY26" fmla="*/ 298699 h 342000"/>
                  <a:gd name="csX27" fmla="*/ 783491 w 798278"/>
                  <a:gd name="csY27" fmla="*/ 311203 h 342000"/>
                  <a:gd name="csX28" fmla="*/ 690693 w 798278"/>
                  <a:gd name="csY28" fmla="*/ 340252 h 342000"/>
                  <a:gd name="csX29" fmla="*/ 447265 w 798278"/>
                  <a:gd name="csY29" fmla="*/ 340252 h 342000"/>
                  <a:gd name="csX30" fmla="*/ 444732 w 798278"/>
                  <a:gd name="csY30" fmla="*/ 337371 h 342000"/>
                  <a:gd name="csX31" fmla="*/ 444732 w 798278"/>
                  <a:gd name="csY31" fmla="*/ 342000 h 342000"/>
                  <a:gd name="csX32" fmla="*/ 281505 w 798278"/>
                  <a:gd name="csY32" fmla="*/ 342000 h 342000"/>
                  <a:gd name="csX33" fmla="*/ 142890 w 798278"/>
                  <a:gd name="csY33" fmla="*/ 207916 h 342000"/>
                  <a:gd name="csX34" fmla="*/ 7440 w 798278"/>
                  <a:gd name="csY34" fmla="*/ 207916 h 342000"/>
                  <a:gd name="csX35" fmla="*/ 39 w 798278"/>
                  <a:gd name="csY35" fmla="*/ 170344 h 342000"/>
                  <a:gd name="csX36" fmla="*/ 0 w 798278"/>
                  <a:gd name="csY36" fmla="*/ 170344 h 342000"/>
                  <a:gd name="csX37" fmla="*/ 19 w 798278"/>
                  <a:gd name="csY37" fmla="*/ 170248 h 342000"/>
                  <a:gd name="csX38" fmla="*/ 1 w 798278"/>
                  <a:gd name="csY38" fmla="*/ 170156 h 342000"/>
                  <a:gd name="csX39" fmla="*/ 38 w 798278"/>
                  <a:gd name="csY39" fmla="*/ 170156 h 342000"/>
                  <a:gd name="csX40" fmla="*/ 7439 w 798278"/>
                  <a:gd name="csY40" fmla="*/ 132584 h 342000"/>
                  <a:gd name="csX41" fmla="*/ 144441 w 798278"/>
                  <a:gd name="csY41" fmla="*/ 132584 h 3420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</a:cxnLst>
                <a:rect l="l" t="t" r="r" b="b"/>
                <a:pathLst>
                  <a:path w="798278" h="342000">
                    <a:moveTo>
                      <a:pt x="281505" y="0"/>
                    </a:moveTo>
                    <a:lnTo>
                      <a:pt x="444732" y="0"/>
                    </a:lnTo>
                    <a:lnTo>
                      <a:pt x="444732" y="3128"/>
                    </a:lnTo>
                    <a:lnTo>
                      <a:pt x="447264" y="248"/>
                    </a:lnTo>
                    <a:lnTo>
                      <a:pt x="690692" y="248"/>
                    </a:lnTo>
                    <a:cubicBezTo>
                      <a:pt x="725067" y="248"/>
                      <a:pt x="757001" y="10957"/>
                      <a:pt x="783490" y="29298"/>
                    </a:cubicBezTo>
                    <a:lnTo>
                      <a:pt x="798277" y="41801"/>
                    </a:lnTo>
                    <a:lnTo>
                      <a:pt x="647837" y="41801"/>
                    </a:lnTo>
                    <a:cubicBezTo>
                      <a:pt x="618736" y="41801"/>
                      <a:pt x="591701" y="49894"/>
                      <a:pt x="569275" y="63755"/>
                    </a:cubicBezTo>
                    <a:lnTo>
                      <a:pt x="550148" y="79653"/>
                    </a:lnTo>
                    <a:lnTo>
                      <a:pt x="547652" y="81193"/>
                    </a:lnTo>
                    <a:lnTo>
                      <a:pt x="546633" y="82575"/>
                    </a:lnTo>
                    <a:lnTo>
                      <a:pt x="539410" y="88579"/>
                    </a:lnTo>
                    <a:cubicBezTo>
                      <a:pt x="530820" y="98102"/>
                      <a:pt x="523699" y="108776"/>
                      <a:pt x="518366" y="120310"/>
                    </a:cubicBezTo>
                    <a:lnTo>
                      <a:pt x="518172" y="121194"/>
                    </a:lnTo>
                    <a:lnTo>
                      <a:pt x="518147" y="121227"/>
                    </a:lnTo>
                    <a:cubicBezTo>
                      <a:pt x="511181" y="136294"/>
                      <a:pt x="507328" y="152861"/>
                      <a:pt x="507328" y="170251"/>
                    </a:cubicBezTo>
                    <a:cubicBezTo>
                      <a:pt x="507328" y="187640"/>
                      <a:pt x="511181" y="204207"/>
                      <a:pt x="518147" y="219275"/>
                    </a:cubicBezTo>
                    <a:lnTo>
                      <a:pt x="518172" y="219310"/>
                    </a:lnTo>
                    <a:lnTo>
                      <a:pt x="518367" y="220191"/>
                    </a:lnTo>
                    <a:cubicBezTo>
                      <a:pt x="523700" y="231725"/>
                      <a:pt x="530821" y="242398"/>
                      <a:pt x="539411" y="251921"/>
                    </a:cubicBezTo>
                    <a:lnTo>
                      <a:pt x="546631" y="257922"/>
                    </a:lnTo>
                    <a:lnTo>
                      <a:pt x="547652" y="259309"/>
                    </a:lnTo>
                    <a:lnTo>
                      <a:pt x="550156" y="260853"/>
                    </a:lnTo>
                    <a:lnTo>
                      <a:pt x="569275" y="276746"/>
                    </a:lnTo>
                    <a:cubicBezTo>
                      <a:pt x="591702" y="290606"/>
                      <a:pt x="618737" y="298699"/>
                      <a:pt x="647838" y="298699"/>
                    </a:cubicBezTo>
                    <a:lnTo>
                      <a:pt x="798278" y="298699"/>
                    </a:lnTo>
                    <a:lnTo>
                      <a:pt x="783491" y="311203"/>
                    </a:lnTo>
                    <a:cubicBezTo>
                      <a:pt x="757001" y="329543"/>
                      <a:pt x="725068" y="340252"/>
                      <a:pt x="690693" y="340252"/>
                    </a:cubicBezTo>
                    <a:lnTo>
                      <a:pt x="447265" y="340252"/>
                    </a:lnTo>
                    <a:lnTo>
                      <a:pt x="444732" y="337371"/>
                    </a:lnTo>
                    <a:lnTo>
                      <a:pt x="444732" y="342000"/>
                    </a:lnTo>
                    <a:lnTo>
                      <a:pt x="281505" y="342000"/>
                    </a:lnTo>
                    <a:lnTo>
                      <a:pt x="142890" y="207916"/>
                    </a:lnTo>
                    <a:lnTo>
                      <a:pt x="7440" y="207916"/>
                    </a:lnTo>
                    <a:lnTo>
                      <a:pt x="39" y="170344"/>
                    </a:lnTo>
                    <a:lnTo>
                      <a:pt x="0" y="170344"/>
                    </a:lnTo>
                    <a:lnTo>
                      <a:pt x="19" y="170248"/>
                    </a:lnTo>
                    <a:lnTo>
                      <a:pt x="1" y="170156"/>
                    </a:lnTo>
                    <a:lnTo>
                      <a:pt x="38" y="170156"/>
                    </a:lnTo>
                    <a:lnTo>
                      <a:pt x="7439" y="132584"/>
                    </a:lnTo>
                    <a:lnTo>
                      <a:pt x="144441" y="132584"/>
                    </a:lnTo>
                    <a:close/>
                  </a:path>
                </a:pathLst>
              </a:custGeom>
              <a:solidFill>
                <a:srgbClr val="FCFFDD"/>
              </a:solidFill>
              <a:ln>
                <a:solidFill>
                  <a:srgbClr val="FCFFDD"/>
                </a:solidFill>
              </a:ln>
              <a:effectLst/>
              <a:scene3d>
                <a:camera prst="orthographicFront"/>
                <a:lightRig rig="threePt" dir="t">
                  <a:rot lat="0" lon="0" rev="17400000"/>
                </a:lightRig>
              </a:scene3d>
              <a:sp3d>
                <a:bevelT w="508000" h="38100" prst="cross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40" name="자유형: 도형 39">
                <a:extLst>
                  <a:ext uri="{FF2B5EF4-FFF2-40B4-BE49-F238E27FC236}">
                    <a16:creationId xmlns:a16="http://schemas.microsoft.com/office/drawing/2014/main" id="{F9F86636-89FB-6169-A3D2-C5619E5A9373}"/>
                  </a:ext>
                </a:extLst>
              </p:cNvPr>
              <p:cNvSpPr/>
              <p:nvPr/>
            </p:nvSpPr>
            <p:spPr>
              <a:xfrm>
                <a:off x="6817589" y="2692080"/>
                <a:ext cx="345775" cy="141590"/>
              </a:xfrm>
              <a:custGeom>
                <a:avLst/>
                <a:gdLst>
                  <a:gd name="csX0" fmla="*/ 98886 w 390646"/>
                  <a:gd name="csY0" fmla="*/ 0 h 141590"/>
                  <a:gd name="csX1" fmla="*/ 314678 w 390646"/>
                  <a:gd name="csY1" fmla="*/ 0 h 141590"/>
                  <a:gd name="csX2" fmla="*/ 390646 w 390646"/>
                  <a:gd name="csY2" fmla="*/ 16526 h 141590"/>
                  <a:gd name="csX3" fmla="*/ 390646 w 390646"/>
                  <a:gd name="csY3" fmla="*/ 32120 h 141590"/>
                  <a:gd name="csX4" fmla="*/ 292923 w 390646"/>
                  <a:gd name="csY4" fmla="*/ 32120 h 141590"/>
                  <a:gd name="csX5" fmla="*/ 292923 w 390646"/>
                  <a:gd name="csY5" fmla="*/ 109470 h 141590"/>
                  <a:gd name="csX6" fmla="*/ 390646 w 390646"/>
                  <a:gd name="csY6" fmla="*/ 109470 h 141590"/>
                  <a:gd name="csX7" fmla="*/ 390646 w 390646"/>
                  <a:gd name="csY7" fmla="*/ 125065 h 141590"/>
                  <a:gd name="csX8" fmla="*/ 314678 w 390646"/>
                  <a:gd name="csY8" fmla="*/ 141590 h 141590"/>
                  <a:gd name="csX9" fmla="*/ 169200 w 390646"/>
                  <a:gd name="csY9" fmla="*/ 141590 h 141590"/>
                  <a:gd name="csX10" fmla="*/ 98886 w 390646"/>
                  <a:gd name="csY10" fmla="*/ 141590 h 141590"/>
                  <a:gd name="csX11" fmla="*/ 84600 w 390646"/>
                  <a:gd name="csY11" fmla="*/ 141590 h 141590"/>
                  <a:gd name="csX12" fmla="*/ 0 w 390646"/>
                  <a:gd name="csY12" fmla="*/ 71390 h 141590"/>
                  <a:gd name="csX13" fmla="*/ 84600 w 390646"/>
                  <a:gd name="csY13" fmla="*/ 1190 h 141590"/>
                  <a:gd name="csX14" fmla="*/ 98886 w 390646"/>
                  <a:gd name="csY14" fmla="*/ 1190 h 141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390646" h="141590">
                    <a:moveTo>
                      <a:pt x="98886" y="0"/>
                    </a:moveTo>
                    <a:lnTo>
                      <a:pt x="314678" y="0"/>
                    </a:lnTo>
                    <a:lnTo>
                      <a:pt x="390646" y="16526"/>
                    </a:lnTo>
                    <a:lnTo>
                      <a:pt x="390646" y="32120"/>
                    </a:lnTo>
                    <a:lnTo>
                      <a:pt x="292923" y="32120"/>
                    </a:lnTo>
                    <a:lnTo>
                      <a:pt x="292923" y="109470"/>
                    </a:lnTo>
                    <a:lnTo>
                      <a:pt x="390646" y="109470"/>
                    </a:lnTo>
                    <a:lnTo>
                      <a:pt x="390646" y="125065"/>
                    </a:lnTo>
                    <a:lnTo>
                      <a:pt x="314678" y="141590"/>
                    </a:lnTo>
                    <a:lnTo>
                      <a:pt x="169200" y="141590"/>
                    </a:lnTo>
                    <a:lnTo>
                      <a:pt x="98886" y="141590"/>
                    </a:lnTo>
                    <a:lnTo>
                      <a:pt x="84600" y="141590"/>
                    </a:lnTo>
                    <a:cubicBezTo>
                      <a:pt x="37877" y="141590"/>
                      <a:pt x="0" y="110160"/>
                      <a:pt x="0" y="71390"/>
                    </a:cubicBezTo>
                    <a:cubicBezTo>
                      <a:pt x="0" y="32620"/>
                      <a:pt x="37877" y="1190"/>
                      <a:pt x="84600" y="1190"/>
                    </a:cubicBezTo>
                    <a:lnTo>
                      <a:pt x="98886" y="1190"/>
                    </a:lnTo>
                    <a:close/>
                  </a:path>
                </a:pathLst>
              </a:custGeom>
              <a:solidFill>
                <a:schemeClr val="bg2"/>
              </a:solidFill>
              <a:ln>
                <a:solidFill>
                  <a:schemeClr val="bg2"/>
                </a:solidFill>
              </a:ln>
              <a:scene3d>
                <a:camera prst="orthographicFront"/>
                <a:lightRig rig="threePt" dir="t"/>
              </a:scene3d>
              <a:sp3d>
                <a:bevelT w="381000" h="25400" prst="cross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</p:grpSp>
      </p:grp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05DED928-EDA9-2BB6-7885-C501B6012104}"/>
              </a:ext>
            </a:extLst>
          </p:cNvPr>
          <p:cNvGrpSpPr/>
          <p:nvPr/>
        </p:nvGrpSpPr>
        <p:grpSpPr>
          <a:xfrm rot="7601730">
            <a:off x="1736927" y="3475199"/>
            <a:ext cx="1112479" cy="956166"/>
            <a:chOff x="7232204" y="312052"/>
            <a:chExt cx="1112479" cy="956166"/>
          </a:xfrm>
        </p:grpSpPr>
        <p:sp>
          <p:nvSpPr>
            <p:cNvPr id="49" name="타원 48">
              <a:extLst>
                <a:ext uri="{FF2B5EF4-FFF2-40B4-BE49-F238E27FC236}">
                  <a16:creationId xmlns:a16="http://schemas.microsoft.com/office/drawing/2014/main" id="{9F1E4A63-AFA2-0633-986E-B0650A9B3C17}"/>
                </a:ext>
              </a:extLst>
            </p:cNvPr>
            <p:cNvSpPr/>
            <p:nvPr/>
          </p:nvSpPr>
          <p:spPr>
            <a:xfrm>
              <a:off x="7232204" y="786256"/>
              <a:ext cx="493798" cy="481962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 w="38100">
              <a:solidFill>
                <a:schemeClr val="bg2">
                  <a:lumMod val="75000"/>
                  <a:alpha val="0"/>
                </a:schemeClr>
              </a:solidFill>
            </a:ln>
            <a:scene3d>
              <a:camera prst="orthographicFront"/>
              <a:lightRig rig="threePt" dir="t">
                <a:rot lat="0" lon="0" rev="2700000"/>
              </a:lightRig>
            </a:scene3d>
            <a:sp3d prstMaterial="softEdge">
              <a:bevelT w="165100" prst="coolSlant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D1762470-D16B-829E-0249-4E9910FE0DD8}"/>
                </a:ext>
              </a:extLst>
            </p:cNvPr>
            <p:cNvSpPr/>
            <p:nvPr/>
          </p:nvSpPr>
          <p:spPr>
            <a:xfrm>
              <a:off x="7320472" y="312052"/>
              <a:ext cx="340893" cy="875206"/>
            </a:xfrm>
            <a:prstGeom prst="roundRect">
              <a:avLst>
                <a:gd name="adj" fmla="val 47694"/>
              </a:avLst>
            </a:prstGeom>
            <a:solidFill>
              <a:schemeClr val="bg2"/>
            </a:solidFill>
            <a:ln>
              <a:solidFill>
                <a:schemeClr val="bg2">
                  <a:lumMod val="90000"/>
                </a:schemeClr>
              </a:solidFill>
            </a:ln>
            <a:scene3d>
              <a:camera prst="orthographicFront"/>
              <a:lightRig rig="flat" dir="t"/>
            </a:scene3d>
            <a:sp3d>
              <a:bevelT w="254000" h="38100" prst="slop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사각형: 둥근 모서리 51">
              <a:extLst>
                <a:ext uri="{FF2B5EF4-FFF2-40B4-BE49-F238E27FC236}">
                  <a16:creationId xmlns:a16="http://schemas.microsoft.com/office/drawing/2014/main" id="{2307FF84-59EB-E619-E3B7-065B43C97056}"/>
                </a:ext>
              </a:extLst>
            </p:cNvPr>
            <p:cNvSpPr/>
            <p:nvPr/>
          </p:nvSpPr>
          <p:spPr>
            <a:xfrm rot="5642612">
              <a:off x="7764658" y="48517"/>
              <a:ext cx="185437" cy="875205"/>
            </a:xfrm>
            <a:prstGeom prst="roundRect">
              <a:avLst>
                <a:gd name="adj" fmla="val 47694"/>
              </a:avLst>
            </a:prstGeom>
            <a:solidFill>
              <a:schemeClr val="bg2"/>
            </a:solidFill>
            <a:ln>
              <a:solidFill>
                <a:schemeClr val="bg2">
                  <a:lumMod val="90000"/>
                </a:schemeClr>
              </a:solidFill>
            </a:ln>
            <a:scene3d>
              <a:camera prst="orthographicFront"/>
              <a:lightRig rig="flat" dir="t"/>
            </a:scene3d>
            <a:sp3d>
              <a:bevelT w="254000" h="38100" prst="slop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395CC367-D25C-D09C-03E9-3ED332B5D962}"/>
                </a:ext>
              </a:extLst>
            </p:cNvPr>
            <p:cNvGrpSpPr/>
            <p:nvPr/>
          </p:nvGrpSpPr>
          <p:grpSpPr>
            <a:xfrm rot="8672181">
              <a:off x="7297246" y="605377"/>
              <a:ext cx="1047437" cy="342000"/>
              <a:chOff x="6853350" y="2545836"/>
              <a:chExt cx="1047437" cy="342000"/>
            </a:xfrm>
          </p:grpSpPr>
          <p:sp>
            <p:nvSpPr>
              <p:cNvPr id="56" name="자유형: 도형 55">
                <a:extLst>
                  <a:ext uri="{FF2B5EF4-FFF2-40B4-BE49-F238E27FC236}">
                    <a16:creationId xmlns:a16="http://schemas.microsoft.com/office/drawing/2014/main" id="{68089BFB-8C01-FE3A-362C-DB7E5BAAB5FB}"/>
                  </a:ext>
                </a:extLst>
              </p:cNvPr>
              <p:cNvSpPr/>
              <p:nvPr/>
            </p:nvSpPr>
            <p:spPr>
              <a:xfrm>
                <a:off x="7102509" y="2545836"/>
                <a:ext cx="798278" cy="342000"/>
              </a:xfrm>
              <a:custGeom>
                <a:avLst/>
                <a:gdLst>
                  <a:gd name="csX0" fmla="*/ 281505 w 798278"/>
                  <a:gd name="csY0" fmla="*/ 0 h 342000"/>
                  <a:gd name="csX1" fmla="*/ 444732 w 798278"/>
                  <a:gd name="csY1" fmla="*/ 0 h 342000"/>
                  <a:gd name="csX2" fmla="*/ 444732 w 798278"/>
                  <a:gd name="csY2" fmla="*/ 3128 h 342000"/>
                  <a:gd name="csX3" fmla="*/ 447264 w 798278"/>
                  <a:gd name="csY3" fmla="*/ 248 h 342000"/>
                  <a:gd name="csX4" fmla="*/ 690692 w 798278"/>
                  <a:gd name="csY4" fmla="*/ 248 h 342000"/>
                  <a:gd name="csX5" fmla="*/ 783490 w 798278"/>
                  <a:gd name="csY5" fmla="*/ 29298 h 342000"/>
                  <a:gd name="csX6" fmla="*/ 798277 w 798278"/>
                  <a:gd name="csY6" fmla="*/ 41801 h 342000"/>
                  <a:gd name="csX7" fmla="*/ 647837 w 798278"/>
                  <a:gd name="csY7" fmla="*/ 41801 h 342000"/>
                  <a:gd name="csX8" fmla="*/ 569275 w 798278"/>
                  <a:gd name="csY8" fmla="*/ 63755 h 342000"/>
                  <a:gd name="csX9" fmla="*/ 550148 w 798278"/>
                  <a:gd name="csY9" fmla="*/ 79653 h 342000"/>
                  <a:gd name="csX10" fmla="*/ 547652 w 798278"/>
                  <a:gd name="csY10" fmla="*/ 81193 h 342000"/>
                  <a:gd name="csX11" fmla="*/ 546633 w 798278"/>
                  <a:gd name="csY11" fmla="*/ 82575 h 342000"/>
                  <a:gd name="csX12" fmla="*/ 539410 w 798278"/>
                  <a:gd name="csY12" fmla="*/ 88579 h 342000"/>
                  <a:gd name="csX13" fmla="*/ 518366 w 798278"/>
                  <a:gd name="csY13" fmla="*/ 120310 h 342000"/>
                  <a:gd name="csX14" fmla="*/ 518172 w 798278"/>
                  <a:gd name="csY14" fmla="*/ 121194 h 342000"/>
                  <a:gd name="csX15" fmla="*/ 518147 w 798278"/>
                  <a:gd name="csY15" fmla="*/ 121227 h 342000"/>
                  <a:gd name="csX16" fmla="*/ 507328 w 798278"/>
                  <a:gd name="csY16" fmla="*/ 170251 h 342000"/>
                  <a:gd name="csX17" fmla="*/ 518147 w 798278"/>
                  <a:gd name="csY17" fmla="*/ 219275 h 342000"/>
                  <a:gd name="csX18" fmla="*/ 518172 w 798278"/>
                  <a:gd name="csY18" fmla="*/ 219310 h 342000"/>
                  <a:gd name="csX19" fmla="*/ 518367 w 798278"/>
                  <a:gd name="csY19" fmla="*/ 220191 h 342000"/>
                  <a:gd name="csX20" fmla="*/ 539411 w 798278"/>
                  <a:gd name="csY20" fmla="*/ 251921 h 342000"/>
                  <a:gd name="csX21" fmla="*/ 546631 w 798278"/>
                  <a:gd name="csY21" fmla="*/ 257922 h 342000"/>
                  <a:gd name="csX22" fmla="*/ 547652 w 798278"/>
                  <a:gd name="csY22" fmla="*/ 259309 h 342000"/>
                  <a:gd name="csX23" fmla="*/ 550156 w 798278"/>
                  <a:gd name="csY23" fmla="*/ 260853 h 342000"/>
                  <a:gd name="csX24" fmla="*/ 569275 w 798278"/>
                  <a:gd name="csY24" fmla="*/ 276746 h 342000"/>
                  <a:gd name="csX25" fmla="*/ 647838 w 798278"/>
                  <a:gd name="csY25" fmla="*/ 298699 h 342000"/>
                  <a:gd name="csX26" fmla="*/ 798278 w 798278"/>
                  <a:gd name="csY26" fmla="*/ 298699 h 342000"/>
                  <a:gd name="csX27" fmla="*/ 783491 w 798278"/>
                  <a:gd name="csY27" fmla="*/ 311203 h 342000"/>
                  <a:gd name="csX28" fmla="*/ 690693 w 798278"/>
                  <a:gd name="csY28" fmla="*/ 340252 h 342000"/>
                  <a:gd name="csX29" fmla="*/ 447265 w 798278"/>
                  <a:gd name="csY29" fmla="*/ 340252 h 342000"/>
                  <a:gd name="csX30" fmla="*/ 444732 w 798278"/>
                  <a:gd name="csY30" fmla="*/ 337371 h 342000"/>
                  <a:gd name="csX31" fmla="*/ 444732 w 798278"/>
                  <a:gd name="csY31" fmla="*/ 342000 h 342000"/>
                  <a:gd name="csX32" fmla="*/ 281505 w 798278"/>
                  <a:gd name="csY32" fmla="*/ 342000 h 342000"/>
                  <a:gd name="csX33" fmla="*/ 142890 w 798278"/>
                  <a:gd name="csY33" fmla="*/ 207916 h 342000"/>
                  <a:gd name="csX34" fmla="*/ 7440 w 798278"/>
                  <a:gd name="csY34" fmla="*/ 207916 h 342000"/>
                  <a:gd name="csX35" fmla="*/ 39 w 798278"/>
                  <a:gd name="csY35" fmla="*/ 170344 h 342000"/>
                  <a:gd name="csX36" fmla="*/ 0 w 798278"/>
                  <a:gd name="csY36" fmla="*/ 170344 h 342000"/>
                  <a:gd name="csX37" fmla="*/ 19 w 798278"/>
                  <a:gd name="csY37" fmla="*/ 170248 h 342000"/>
                  <a:gd name="csX38" fmla="*/ 1 w 798278"/>
                  <a:gd name="csY38" fmla="*/ 170156 h 342000"/>
                  <a:gd name="csX39" fmla="*/ 38 w 798278"/>
                  <a:gd name="csY39" fmla="*/ 170156 h 342000"/>
                  <a:gd name="csX40" fmla="*/ 7439 w 798278"/>
                  <a:gd name="csY40" fmla="*/ 132584 h 342000"/>
                  <a:gd name="csX41" fmla="*/ 144441 w 798278"/>
                  <a:gd name="csY41" fmla="*/ 132584 h 3420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</a:cxnLst>
                <a:rect l="l" t="t" r="r" b="b"/>
                <a:pathLst>
                  <a:path w="798278" h="342000">
                    <a:moveTo>
                      <a:pt x="281505" y="0"/>
                    </a:moveTo>
                    <a:lnTo>
                      <a:pt x="444732" y="0"/>
                    </a:lnTo>
                    <a:lnTo>
                      <a:pt x="444732" y="3128"/>
                    </a:lnTo>
                    <a:lnTo>
                      <a:pt x="447264" y="248"/>
                    </a:lnTo>
                    <a:lnTo>
                      <a:pt x="690692" y="248"/>
                    </a:lnTo>
                    <a:cubicBezTo>
                      <a:pt x="725067" y="248"/>
                      <a:pt x="757001" y="10957"/>
                      <a:pt x="783490" y="29298"/>
                    </a:cubicBezTo>
                    <a:lnTo>
                      <a:pt x="798277" y="41801"/>
                    </a:lnTo>
                    <a:lnTo>
                      <a:pt x="647837" y="41801"/>
                    </a:lnTo>
                    <a:cubicBezTo>
                      <a:pt x="618736" y="41801"/>
                      <a:pt x="591701" y="49894"/>
                      <a:pt x="569275" y="63755"/>
                    </a:cubicBezTo>
                    <a:lnTo>
                      <a:pt x="550148" y="79653"/>
                    </a:lnTo>
                    <a:lnTo>
                      <a:pt x="547652" y="81193"/>
                    </a:lnTo>
                    <a:lnTo>
                      <a:pt x="546633" y="82575"/>
                    </a:lnTo>
                    <a:lnTo>
                      <a:pt x="539410" y="88579"/>
                    </a:lnTo>
                    <a:cubicBezTo>
                      <a:pt x="530820" y="98102"/>
                      <a:pt x="523699" y="108776"/>
                      <a:pt x="518366" y="120310"/>
                    </a:cubicBezTo>
                    <a:lnTo>
                      <a:pt x="518172" y="121194"/>
                    </a:lnTo>
                    <a:lnTo>
                      <a:pt x="518147" y="121227"/>
                    </a:lnTo>
                    <a:cubicBezTo>
                      <a:pt x="511181" y="136294"/>
                      <a:pt x="507328" y="152861"/>
                      <a:pt x="507328" y="170251"/>
                    </a:cubicBezTo>
                    <a:cubicBezTo>
                      <a:pt x="507328" y="187640"/>
                      <a:pt x="511181" y="204207"/>
                      <a:pt x="518147" y="219275"/>
                    </a:cubicBezTo>
                    <a:lnTo>
                      <a:pt x="518172" y="219310"/>
                    </a:lnTo>
                    <a:lnTo>
                      <a:pt x="518367" y="220191"/>
                    </a:lnTo>
                    <a:cubicBezTo>
                      <a:pt x="523700" y="231725"/>
                      <a:pt x="530821" y="242398"/>
                      <a:pt x="539411" y="251921"/>
                    </a:cubicBezTo>
                    <a:lnTo>
                      <a:pt x="546631" y="257922"/>
                    </a:lnTo>
                    <a:lnTo>
                      <a:pt x="547652" y="259309"/>
                    </a:lnTo>
                    <a:lnTo>
                      <a:pt x="550156" y="260853"/>
                    </a:lnTo>
                    <a:lnTo>
                      <a:pt x="569275" y="276746"/>
                    </a:lnTo>
                    <a:cubicBezTo>
                      <a:pt x="591702" y="290606"/>
                      <a:pt x="618737" y="298699"/>
                      <a:pt x="647838" y="298699"/>
                    </a:cubicBezTo>
                    <a:lnTo>
                      <a:pt x="798278" y="298699"/>
                    </a:lnTo>
                    <a:lnTo>
                      <a:pt x="783491" y="311203"/>
                    </a:lnTo>
                    <a:cubicBezTo>
                      <a:pt x="757001" y="329543"/>
                      <a:pt x="725068" y="340252"/>
                      <a:pt x="690693" y="340252"/>
                    </a:cubicBezTo>
                    <a:lnTo>
                      <a:pt x="447265" y="340252"/>
                    </a:lnTo>
                    <a:lnTo>
                      <a:pt x="444732" y="337371"/>
                    </a:lnTo>
                    <a:lnTo>
                      <a:pt x="444732" y="342000"/>
                    </a:lnTo>
                    <a:lnTo>
                      <a:pt x="281505" y="342000"/>
                    </a:lnTo>
                    <a:lnTo>
                      <a:pt x="142890" y="207916"/>
                    </a:lnTo>
                    <a:lnTo>
                      <a:pt x="7440" y="207916"/>
                    </a:lnTo>
                    <a:lnTo>
                      <a:pt x="39" y="170344"/>
                    </a:lnTo>
                    <a:lnTo>
                      <a:pt x="0" y="170344"/>
                    </a:lnTo>
                    <a:lnTo>
                      <a:pt x="19" y="170248"/>
                    </a:lnTo>
                    <a:lnTo>
                      <a:pt x="1" y="170156"/>
                    </a:lnTo>
                    <a:lnTo>
                      <a:pt x="38" y="170156"/>
                    </a:lnTo>
                    <a:lnTo>
                      <a:pt x="7439" y="132584"/>
                    </a:lnTo>
                    <a:lnTo>
                      <a:pt x="144441" y="132584"/>
                    </a:lnTo>
                    <a:close/>
                  </a:path>
                </a:pathLst>
              </a:custGeom>
              <a:solidFill>
                <a:srgbClr val="FCFFDD"/>
              </a:solidFill>
              <a:ln>
                <a:solidFill>
                  <a:srgbClr val="FCFFDD"/>
                </a:solidFill>
              </a:ln>
              <a:effectLst/>
              <a:scene3d>
                <a:camera prst="orthographicFront"/>
                <a:lightRig rig="threePt" dir="t">
                  <a:rot lat="0" lon="0" rev="17400000"/>
                </a:lightRig>
              </a:scene3d>
              <a:sp3d>
                <a:bevelT w="508000" h="38100" prst="cross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57" name="자유형: 도형 56">
                <a:extLst>
                  <a:ext uri="{FF2B5EF4-FFF2-40B4-BE49-F238E27FC236}">
                    <a16:creationId xmlns:a16="http://schemas.microsoft.com/office/drawing/2014/main" id="{B10B1CDF-6770-02A7-92AE-599728C231FB}"/>
                  </a:ext>
                </a:extLst>
              </p:cNvPr>
              <p:cNvSpPr/>
              <p:nvPr/>
            </p:nvSpPr>
            <p:spPr>
              <a:xfrm>
                <a:off x="6853350" y="2645165"/>
                <a:ext cx="345775" cy="141590"/>
              </a:xfrm>
              <a:custGeom>
                <a:avLst/>
                <a:gdLst>
                  <a:gd name="csX0" fmla="*/ 98886 w 390646"/>
                  <a:gd name="csY0" fmla="*/ 0 h 141590"/>
                  <a:gd name="csX1" fmla="*/ 314678 w 390646"/>
                  <a:gd name="csY1" fmla="*/ 0 h 141590"/>
                  <a:gd name="csX2" fmla="*/ 390646 w 390646"/>
                  <a:gd name="csY2" fmla="*/ 16526 h 141590"/>
                  <a:gd name="csX3" fmla="*/ 390646 w 390646"/>
                  <a:gd name="csY3" fmla="*/ 32120 h 141590"/>
                  <a:gd name="csX4" fmla="*/ 292923 w 390646"/>
                  <a:gd name="csY4" fmla="*/ 32120 h 141590"/>
                  <a:gd name="csX5" fmla="*/ 292923 w 390646"/>
                  <a:gd name="csY5" fmla="*/ 109470 h 141590"/>
                  <a:gd name="csX6" fmla="*/ 390646 w 390646"/>
                  <a:gd name="csY6" fmla="*/ 109470 h 141590"/>
                  <a:gd name="csX7" fmla="*/ 390646 w 390646"/>
                  <a:gd name="csY7" fmla="*/ 125065 h 141590"/>
                  <a:gd name="csX8" fmla="*/ 314678 w 390646"/>
                  <a:gd name="csY8" fmla="*/ 141590 h 141590"/>
                  <a:gd name="csX9" fmla="*/ 169200 w 390646"/>
                  <a:gd name="csY9" fmla="*/ 141590 h 141590"/>
                  <a:gd name="csX10" fmla="*/ 98886 w 390646"/>
                  <a:gd name="csY10" fmla="*/ 141590 h 141590"/>
                  <a:gd name="csX11" fmla="*/ 84600 w 390646"/>
                  <a:gd name="csY11" fmla="*/ 141590 h 141590"/>
                  <a:gd name="csX12" fmla="*/ 0 w 390646"/>
                  <a:gd name="csY12" fmla="*/ 71390 h 141590"/>
                  <a:gd name="csX13" fmla="*/ 84600 w 390646"/>
                  <a:gd name="csY13" fmla="*/ 1190 h 141590"/>
                  <a:gd name="csX14" fmla="*/ 98886 w 390646"/>
                  <a:gd name="csY14" fmla="*/ 1190 h 141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390646" h="141590">
                    <a:moveTo>
                      <a:pt x="98886" y="0"/>
                    </a:moveTo>
                    <a:lnTo>
                      <a:pt x="314678" y="0"/>
                    </a:lnTo>
                    <a:lnTo>
                      <a:pt x="390646" y="16526"/>
                    </a:lnTo>
                    <a:lnTo>
                      <a:pt x="390646" y="32120"/>
                    </a:lnTo>
                    <a:lnTo>
                      <a:pt x="292923" y="32120"/>
                    </a:lnTo>
                    <a:lnTo>
                      <a:pt x="292923" y="109470"/>
                    </a:lnTo>
                    <a:lnTo>
                      <a:pt x="390646" y="109470"/>
                    </a:lnTo>
                    <a:lnTo>
                      <a:pt x="390646" y="125065"/>
                    </a:lnTo>
                    <a:lnTo>
                      <a:pt x="314678" y="141590"/>
                    </a:lnTo>
                    <a:lnTo>
                      <a:pt x="169200" y="141590"/>
                    </a:lnTo>
                    <a:lnTo>
                      <a:pt x="98886" y="141590"/>
                    </a:lnTo>
                    <a:lnTo>
                      <a:pt x="84600" y="141590"/>
                    </a:lnTo>
                    <a:cubicBezTo>
                      <a:pt x="37877" y="141590"/>
                      <a:pt x="0" y="110160"/>
                      <a:pt x="0" y="71390"/>
                    </a:cubicBezTo>
                    <a:cubicBezTo>
                      <a:pt x="0" y="32620"/>
                      <a:pt x="37877" y="1190"/>
                      <a:pt x="84600" y="1190"/>
                    </a:cubicBezTo>
                    <a:lnTo>
                      <a:pt x="98886" y="1190"/>
                    </a:lnTo>
                    <a:close/>
                  </a:path>
                </a:pathLst>
              </a:custGeom>
              <a:solidFill>
                <a:schemeClr val="bg2"/>
              </a:solidFill>
              <a:ln>
                <a:solidFill>
                  <a:schemeClr val="bg2"/>
                </a:solidFill>
              </a:ln>
              <a:scene3d>
                <a:camera prst="orthographicFront"/>
                <a:lightRig rig="threePt" dir="t"/>
              </a:scene3d>
              <a:sp3d>
                <a:bevelT w="381000" h="25400" prst="cross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</p:grpSp>
      </p:grpSp>
      <p:grpSp>
        <p:nvGrpSpPr>
          <p:cNvPr id="65" name="그룹 64">
            <a:extLst>
              <a:ext uri="{FF2B5EF4-FFF2-40B4-BE49-F238E27FC236}">
                <a16:creationId xmlns:a16="http://schemas.microsoft.com/office/drawing/2014/main" id="{B6A12DA2-746B-AC7B-285D-5BE26B718A6E}"/>
              </a:ext>
            </a:extLst>
          </p:cNvPr>
          <p:cNvGrpSpPr/>
          <p:nvPr/>
        </p:nvGrpSpPr>
        <p:grpSpPr>
          <a:xfrm rot="13998270" flipH="1">
            <a:off x="1744014" y="3475198"/>
            <a:ext cx="1112479" cy="956166"/>
            <a:chOff x="7232204" y="312052"/>
            <a:chExt cx="1112479" cy="956166"/>
          </a:xfrm>
        </p:grpSpPr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27A2A86E-761A-5E9E-7255-FC782E1FAEF2}"/>
                </a:ext>
              </a:extLst>
            </p:cNvPr>
            <p:cNvSpPr/>
            <p:nvPr/>
          </p:nvSpPr>
          <p:spPr>
            <a:xfrm>
              <a:off x="7232204" y="786256"/>
              <a:ext cx="493798" cy="481962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 w="38100">
              <a:solidFill>
                <a:schemeClr val="bg2">
                  <a:lumMod val="75000"/>
                  <a:alpha val="0"/>
                </a:schemeClr>
              </a:solidFill>
            </a:ln>
            <a:scene3d>
              <a:camera prst="orthographicFront"/>
              <a:lightRig rig="threePt" dir="t">
                <a:rot lat="0" lon="0" rev="2700000"/>
              </a:lightRig>
            </a:scene3d>
            <a:sp3d prstMaterial="softEdge">
              <a:bevelT w="165100" prst="coolSlant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D7C8E2DF-882F-E59F-DF6E-822B0EBA5E33}"/>
                </a:ext>
              </a:extLst>
            </p:cNvPr>
            <p:cNvSpPr/>
            <p:nvPr/>
          </p:nvSpPr>
          <p:spPr>
            <a:xfrm>
              <a:off x="7320472" y="312052"/>
              <a:ext cx="340893" cy="875206"/>
            </a:xfrm>
            <a:prstGeom prst="roundRect">
              <a:avLst>
                <a:gd name="adj" fmla="val 47694"/>
              </a:avLst>
            </a:prstGeom>
            <a:solidFill>
              <a:schemeClr val="bg2"/>
            </a:solidFill>
            <a:ln>
              <a:solidFill>
                <a:schemeClr val="bg2">
                  <a:lumMod val="90000"/>
                </a:schemeClr>
              </a:solidFill>
            </a:ln>
            <a:scene3d>
              <a:camera prst="orthographicFront"/>
              <a:lightRig rig="flat" dir="t"/>
            </a:scene3d>
            <a:sp3d>
              <a:bevelT w="254000" h="38100" prst="slop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22D39B2E-0D6E-5995-563A-0BC4280E9951}"/>
                </a:ext>
              </a:extLst>
            </p:cNvPr>
            <p:cNvSpPr/>
            <p:nvPr/>
          </p:nvSpPr>
          <p:spPr>
            <a:xfrm rot="5642612">
              <a:off x="7764658" y="48517"/>
              <a:ext cx="185437" cy="875205"/>
            </a:xfrm>
            <a:prstGeom prst="roundRect">
              <a:avLst>
                <a:gd name="adj" fmla="val 47694"/>
              </a:avLst>
            </a:prstGeom>
            <a:solidFill>
              <a:schemeClr val="bg2"/>
            </a:solidFill>
            <a:ln>
              <a:solidFill>
                <a:schemeClr val="bg2">
                  <a:lumMod val="90000"/>
                </a:schemeClr>
              </a:solidFill>
            </a:ln>
            <a:scene3d>
              <a:camera prst="orthographicFront"/>
              <a:lightRig rig="flat" dir="t"/>
            </a:scene3d>
            <a:sp3d>
              <a:bevelT w="254000" h="38100" prst="slop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359F814F-7E3C-43BE-908F-7CA439D13E05}"/>
                </a:ext>
              </a:extLst>
            </p:cNvPr>
            <p:cNvGrpSpPr/>
            <p:nvPr/>
          </p:nvGrpSpPr>
          <p:grpSpPr>
            <a:xfrm rot="8672181">
              <a:off x="7297246" y="605377"/>
              <a:ext cx="1047437" cy="342000"/>
              <a:chOff x="6853350" y="2545836"/>
              <a:chExt cx="1047437" cy="342000"/>
            </a:xfrm>
          </p:grpSpPr>
          <p:sp>
            <p:nvSpPr>
              <p:cNvPr id="72" name="자유형: 도형 71">
                <a:extLst>
                  <a:ext uri="{FF2B5EF4-FFF2-40B4-BE49-F238E27FC236}">
                    <a16:creationId xmlns:a16="http://schemas.microsoft.com/office/drawing/2014/main" id="{DAD1CD6A-23BF-8F9C-163D-4A7729B05AB4}"/>
                  </a:ext>
                </a:extLst>
              </p:cNvPr>
              <p:cNvSpPr/>
              <p:nvPr/>
            </p:nvSpPr>
            <p:spPr>
              <a:xfrm>
                <a:off x="7102509" y="2545836"/>
                <a:ext cx="798278" cy="342000"/>
              </a:xfrm>
              <a:custGeom>
                <a:avLst/>
                <a:gdLst>
                  <a:gd name="csX0" fmla="*/ 281505 w 798278"/>
                  <a:gd name="csY0" fmla="*/ 0 h 342000"/>
                  <a:gd name="csX1" fmla="*/ 444732 w 798278"/>
                  <a:gd name="csY1" fmla="*/ 0 h 342000"/>
                  <a:gd name="csX2" fmla="*/ 444732 w 798278"/>
                  <a:gd name="csY2" fmla="*/ 3128 h 342000"/>
                  <a:gd name="csX3" fmla="*/ 447264 w 798278"/>
                  <a:gd name="csY3" fmla="*/ 248 h 342000"/>
                  <a:gd name="csX4" fmla="*/ 690692 w 798278"/>
                  <a:gd name="csY4" fmla="*/ 248 h 342000"/>
                  <a:gd name="csX5" fmla="*/ 783490 w 798278"/>
                  <a:gd name="csY5" fmla="*/ 29298 h 342000"/>
                  <a:gd name="csX6" fmla="*/ 798277 w 798278"/>
                  <a:gd name="csY6" fmla="*/ 41801 h 342000"/>
                  <a:gd name="csX7" fmla="*/ 647837 w 798278"/>
                  <a:gd name="csY7" fmla="*/ 41801 h 342000"/>
                  <a:gd name="csX8" fmla="*/ 569275 w 798278"/>
                  <a:gd name="csY8" fmla="*/ 63755 h 342000"/>
                  <a:gd name="csX9" fmla="*/ 550148 w 798278"/>
                  <a:gd name="csY9" fmla="*/ 79653 h 342000"/>
                  <a:gd name="csX10" fmla="*/ 547652 w 798278"/>
                  <a:gd name="csY10" fmla="*/ 81193 h 342000"/>
                  <a:gd name="csX11" fmla="*/ 546633 w 798278"/>
                  <a:gd name="csY11" fmla="*/ 82575 h 342000"/>
                  <a:gd name="csX12" fmla="*/ 539410 w 798278"/>
                  <a:gd name="csY12" fmla="*/ 88579 h 342000"/>
                  <a:gd name="csX13" fmla="*/ 518366 w 798278"/>
                  <a:gd name="csY13" fmla="*/ 120310 h 342000"/>
                  <a:gd name="csX14" fmla="*/ 518172 w 798278"/>
                  <a:gd name="csY14" fmla="*/ 121194 h 342000"/>
                  <a:gd name="csX15" fmla="*/ 518147 w 798278"/>
                  <a:gd name="csY15" fmla="*/ 121227 h 342000"/>
                  <a:gd name="csX16" fmla="*/ 507328 w 798278"/>
                  <a:gd name="csY16" fmla="*/ 170251 h 342000"/>
                  <a:gd name="csX17" fmla="*/ 518147 w 798278"/>
                  <a:gd name="csY17" fmla="*/ 219275 h 342000"/>
                  <a:gd name="csX18" fmla="*/ 518172 w 798278"/>
                  <a:gd name="csY18" fmla="*/ 219310 h 342000"/>
                  <a:gd name="csX19" fmla="*/ 518367 w 798278"/>
                  <a:gd name="csY19" fmla="*/ 220191 h 342000"/>
                  <a:gd name="csX20" fmla="*/ 539411 w 798278"/>
                  <a:gd name="csY20" fmla="*/ 251921 h 342000"/>
                  <a:gd name="csX21" fmla="*/ 546631 w 798278"/>
                  <a:gd name="csY21" fmla="*/ 257922 h 342000"/>
                  <a:gd name="csX22" fmla="*/ 547652 w 798278"/>
                  <a:gd name="csY22" fmla="*/ 259309 h 342000"/>
                  <a:gd name="csX23" fmla="*/ 550156 w 798278"/>
                  <a:gd name="csY23" fmla="*/ 260853 h 342000"/>
                  <a:gd name="csX24" fmla="*/ 569275 w 798278"/>
                  <a:gd name="csY24" fmla="*/ 276746 h 342000"/>
                  <a:gd name="csX25" fmla="*/ 647838 w 798278"/>
                  <a:gd name="csY25" fmla="*/ 298699 h 342000"/>
                  <a:gd name="csX26" fmla="*/ 798278 w 798278"/>
                  <a:gd name="csY26" fmla="*/ 298699 h 342000"/>
                  <a:gd name="csX27" fmla="*/ 783491 w 798278"/>
                  <a:gd name="csY27" fmla="*/ 311203 h 342000"/>
                  <a:gd name="csX28" fmla="*/ 690693 w 798278"/>
                  <a:gd name="csY28" fmla="*/ 340252 h 342000"/>
                  <a:gd name="csX29" fmla="*/ 447265 w 798278"/>
                  <a:gd name="csY29" fmla="*/ 340252 h 342000"/>
                  <a:gd name="csX30" fmla="*/ 444732 w 798278"/>
                  <a:gd name="csY30" fmla="*/ 337371 h 342000"/>
                  <a:gd name="csX31" fmla="*/ 444732 w 798278"/>
                  <a:gd name="csY31" fmla="*/ 342000 h 342000"/>
                  <a:gd name="csX32" fmla="*/ 281505 w 798278"/>
                  <a:gd name="csY32" fmla="*/ 342000 h 342000"/>
                  <a:gd name="csX33" fmla="*/ 142890 w 798278"/>
                  <a:gd name="csY33" fmla="*/ 207916 h 342000"/>
                  <a:gd name="csX34" fmla="*/ 7440 w 798278"/>
                  <a:gd name="csY34" fmla="*/ 207916 h 342000"/>
                  <a:gd name="csX35" fmla="*/ 39 w 798278"/>
                  <a:gd name="csY35" fmla="*/ 170344 h 342000"/>
                  <a:gd name="csX36" fmla="*/ 0 w 798278"/>
                  <a:gd name="csY36" fmla="*/ 170344 h 342000"/>
                  <a:gd name="csX37" fmla="*/ 19 w 798278"/>
                  <a:gd name="csY37" fmla="*/ 170248 h 342000"/>
                  <a:gd name="csX38" fmla="*/ 1 w 798278"/>
                  <a:gd name="csY38" fmla="*/ 170156 h 342000"/>
                  <a:gd name="csX39" fmla="*/ 38 w 798278"/>
                  <a:gd name="csY39" fmla="*/ 170156 h 342000"/>
                  <a:gd name="csX40" fmla="*/ 7439 w 798278"/>
                  <a:gd name="csY40" fmla="*/ 132584 h 342000"/>
                  <a:gd name="csX41" fmla="*/ 144441 w 798278"/>
                  <a:gd name="csY41" fmla="*/ 132584 h 3420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</a:cxnLst>
                <a:rect l="l" t="t" r="r" b="b"/>
                <a:pathLst>
                  <a:path w="798278" h="342000">
                    <a:moveTo>
                      <a:pt x="281505" y="0"/>
                    </a:moveTo>
                    <a:lnTo>
                      <a:pt x="444732" y="0"/>
                    </a:lnTo>
                    <a:lnTo>
                      <a:pt x="444732" y="3128"/>
                    </a:lnTo>
                    <a:lnTo>
                      <a:pt x="447264" y="248"/>
                    </a:lnTo>
                    <a:lnTo>
                      <a:pt x="690692" y="248"/>
                    </a:lnTo>
                    <a:cubicBezTo>
                      <a:pt x="725067" y="248"/>
                      <a:pt x="757001" y="10957"/>
                      <a:pt x="783490" y="29298"/>
                    </a:cubicBezTo>
                    <a:lnTo>
                      <a:pt x="798277" y="41801"/>
                    </a:lnTo>
                    <a:lnTo>
                      <a:pt x="647837" y="41801"/>
                    </a:lnTo>
                    <a:cubicBezTo>
                      <a:pt x="618736" y="41801"/>
                      <a:pt x="591701" y="49894"/>
                      <a:pt x="569275" y="63755"/>
                    </a:cubicBezTo>
                    <a:lnTo>
                      <a:pt x="550148" y="79653"/>
                    </a:lnTo>
                    <a:lnTo>
                      <a:pt x="547652" y="81193"/>
                    </a:lnTo>
                    <a:lnTo>
                      <a:pt x="546633" y="82575"/>
                    </a:lnTo>
                    <a:lnTo>
                      <a:pt x="539410" y="88579"/>
                    </a:lnTo>
                    <a:cubicBezTo>
                      <a:pt x="530820" y="98102"/>
                      <a:pt x="523699" y="108776"/>
                      <a:pt x="518366" y="120310"/>
                    </a:cubicBezTo>
                    <a:lnTo>
                      <a:pt x="518172" y="121194"/>
                    </a:lnTo>
                    <a:lnTo>
                      <a:pt x="518147" y="121227"/>
                    </a:lnTo>
                    <a:cubicBezTo>
                      <a:pt x="511181" y="136294"/>
                      <a:pt x="507328" y="152861"/>
                      <a:pt x="507328" y="170251"/>
                    </a:cubicBezTo>
                    <a:cubicBezTo>
                      <a:pt x="507328" y="187640"/>
                      <a:pt x="511181" y="204207"/>
                      <a:pt x="518147" y="219275"/>
                    </a:cubicBezTo>
                    <a:lnTo>
                      <a:pt x="518172" y="219310"/>
                    </a:lnTo>
                    <a:lnTo>
                      <a:pt x="518367" y="220191"/>
                    </a:lnTo>
                    <a:cubicBezTo>
                      <a:pt x="523700" y="231725"/>
                      <a:pt x="530821" y="242398"/>
                      <a:pt x="539411" y="251921"/>
                    </a:cubicBezTo>
                    <a:lnTo>
                      <a:pt x="546631" y="257922"/>
                    </a:lnTo>
                    <a:lnTo>
                      <a:pt x="547652" y="259309"/>
                    </a:lnTo>
                    <a:lnTo>
                      <a:pt x="550156" y="260853"/>
                    </a:lnTo>
                    <a:lnTo>
                      <a:pt x="569275" y="276746"/>
                    </a:lnTo>
                    <a:cubicBezTo>
                      <a:pt x="591702" y="290606"/>
                      <a:pt x="618737" y="298699"/>
                      <a:pt x="647838" y="298699"/>
                    </a:cubicBezTo>
                    <a:lnTo>
                      <a:pt x="798278" y="298699"/>
                    </a:lnTo>
                    <a:lnTo>
                      <a:pt x="783491" y="311203"/>
                    </a:lnTo>
                    <a:cubicBezTo>
                      <a:pt x="757001" y="329543"/>
                      <a:pt x="725068" y="340252"/>
                      <a:pt x="690693" y="340252"/>
                    </a:cubicBezTo>
                    <a:lnTo>
                      <a:pt x="447265" y="340252"/>
                    </a:lnTo>
                    <a:lnTo>
                      <a:pt x="444732" y="337371"/>
                    </a:lnTo>
                    <a:lnTo>
                      <a:pt x="444732" y="342000"/>
                    </a:lnTo>
                    <a:lnTo>
                      <a:pt x="281505" y="342000"/>
                    </a:lnTo>
                    <a:lnTo>
                      <a:pt x="142890" y="207916"/>
                    </a:lnTo>
                    <a:lnTo>
                      <a:pt x="7440" y="207916"/>
                    </a:lnTo>
                    <a:lnTo>
                      <a:pt x="39" y="170344"/>
                    </a:lnTo>
                    <a:lnTo>
                      <a:pt x="0" y="170344"/>
                    </a:lnTo>
                    <a:lnTo>
                      <a:pt x="19" y="170248"/>
                    </a:lnTo>
                    <a:lnTo>
                      <a:pt x="1" y="170156"/>
                    </a:lnTo>
                    <a:lnTo>
                      <a:pt x="38" y="170156"/>
                    </a:lnTo>
                    <a:lnTo>
                      <a:pt x="7439" y="132584"/>
                    </a:lnTo>
                    <a:lnTo>
                      <a:pt x="144441" y="132584"/>
                    </a:lnTo>
                    <a:close/>
                  </a:path>
                </a:pathLst>
              </a:custGeom>
              <a:solidFill>
                <a:srgbClr val="FCFFDD"/>
              </a:solidFill>
              <a:ln>
                <a:solidFill>
                  <a:srgbClr val="FCFFDD"/>
                </a:solidFill>
              </a:ln>
              <a:effectLst/>
              <a:scene3d>
                <a:camera prst="orthographicFront"/>
                <a:lightRig rig="threePt" dir="t">
                  <a:rot lat="0" lon="0" rev="17400000"/>
                </a:lightRig>
              </a:scene3d>
              <a:sp3d>
                <a:bevelT w="508000" h="38100" prst="cross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73" name="자유형: 도형 72">
                <a:extLst>
                  <a:ext uri="{FF2B5EF4-FFF2-40B4-BE49-F238E27FC236}">
                    <a16:creationId xmlns:a16="http://schemas.microsoft.com/office/drawing/2014/main" id="{2876769C-0023-7EBC-6B7E-F1AD7E5A1FB4}"/>
                  </a:ext>
                </a:extLst>
              </p:cNvPr>
              <p:cNvSpPr/>
              <p:nvPr/>
            </p:nvSpPr>
            <p:spPr>
              <a:xfrm>
                <a:off x="6853350" y="2645165"/>
                <a:ext cx="345775" cy="141590"/>
              </a:xfrm>
              <a:custGeom>
                <a:avLst/>
                <a:gdLst>
                  <a:gd name="csX0" fmla="*/ 98886 w 390646"/>
                  <a:gd name="csY0" fmla="*/ 0 h 141590"/>
                  <a:gd name="csX1" fmla="*/ 314678 w 390646"/>
                  <a:gd name="csY1" fmla="*/ 0 h 141590"/>
                  <a:gd name="csX2" fmla="*/ 390646 w 390646"/>
                  <a:gd name="csY2" fmla="*/ 16526 h 141590"/>
                  <a:gd name="csX3" fmla="*/ 390646 w 390646"/>
                  <a:gd name="csY3" fmla="*/ 32120 h 141590"/>
                  <a:gd name="csX4" fmla="*/ 292923 w 390646"/>
                  <a:gd name="csY4" fmla="*/ 32120 h 141590"/>
                  <a:gd name="csX5" fmla="*/ 292923 w 390646"/>
                  <a:gd name="csY5" fmla="*/ 109470 h 141590"/>
                  <a:gd name="csX6" fmla="*/ 390646 w 390646"/>
                  <a:gd name="csY6" fmla="*/ 109470 h 141590"/>
                  <a:gd name="csX7" fmla="*/ 390646 w 390646"/>
                  <a:gd name="csY7" fmla="*/ 125065 h 141590"/>
                  <a:gd name="csX8" fmla="*/ 314678 w 390646"/>
                  <a:gd name="csY8" fmla="*/ 141590 h 141590"/>
                  <a:gd name="csX9" fmla="*/ 169200 w 390646"/>
                  <a:gd name="csY9" fmla="*/ 141590 h 141590"/>
                  <a:gd name="csX10" fmla="*/ 98886 w 390646"/>
                  <a:gd name="csY10" fmla="*/ 141590 h 141590"/>
                  <a:gd name="csX11" fmla="*/ 84600 w 390646"/>
                  <a:gd name="csY11" fmla="*/ 141590 h 141590"/>
                  <a:gd name="csX12" fmla="*/ 0 w 390646"/>
                  <a:gd name="csY12" fmla="*/ 71390 h 141590"/>
                  <a:gd name="csX13" fmla="*/ 84600 w 390646"/>
                  <a:gd name="csY13" fmla="*/ 1190 h 141590"/>
                  <a:gd name="csX14" fmla="*/ 98886 w 390646"/>
                  <a:gd name="csY14" fmla="*/ 1190 h 141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390646" h="141590">
                    <a:moveTo>
                      <a:pt x="98886" y="0"/>
                    </a:moveTo>
                    <a:lnTo>
                      <a:pt x="314678" y="0"/>
                    </a:lnTo>
                    <a:lnTo>
                      <a:pt x="390646" y="16526"/>
                    </a:lnTo>
                    <a:lnTo>
                      <a:pt x="390646" y="32120"/>
                    </a:lnTo>
                    <a:lnTo>
                      <a:pt x="292923" y="32120"/>
                    </a:lnTo>
                    <a:lnTo>
                      <a:pt x="292923" y="109470"/>
                    </a:lnTo>
                    <a:lnTo>
                      <a:pt x="390646" y="109470"/>
                    </a:lnTo>
                    <a:lnTo>
                      <a:pt x="390646" y="125065"/>
                    </a:lnTo>
                    <a:lnTo>
                      <a:pt x="314678" y="141590"/>
                    </a:lnTo>
                    <a:lnTo>
                      <a:pt x="169200" y="141590"/>
                    </a:lnTo>
                    <a:lnTo>
                      <a:pt x="98886" y="141590"/>
                    </a:lnTo>
                    <a:lnTo>
                      <a:pt x="84600" y="141590"/>
                    </a:lnTo>
                    <a:cubicBezTo>
                      <a:pt x="37877" y="141590"/>
                      <a:pt x="0" y="110160"/>
                      <a:pt x="0" y="71390"/>
                    </a:cubicBezTo>
                    <a:cubicBezTo>
                      <a:pt x="0" y="32620"/>
                      <a:pt x="37877" y="1190"/>
                      <a:pt x="84600" y="1190"/>
                    </a:cubicBezTo>
                    <a:lnTo>
                      <a:pt x="98886" y="1190"/>
                    </a:lnTo>
                    <a:close/>
                  </a:path>
                </a:pathLst>
              </a:custGeom>
              <a:solidFill>
                <a:schemeClr val="bg2"/>
              </a:solidFill>
              <a:ln>
                <a:solidFill>
                  <a:schemeClr val="bg2"/>
                </a:solidFill>
              </a:ln>
              <a:scene3d>
                <a:camera prst="orthographicFront"/>
                <a:lightRig rig="threePt" dir="t"/>
              </a:scene3d>
              <a:sp3d>
                <a:bevelT w="381000" h="25400" prst="cross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</p:grpSp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EACF8990-217E-8F52-34CB-86D030C639E7}"/>
              </a:ext>
            </a:extLst>
          </p:cNvPr>
          <p:cNvSpPr/>
          <p:nvPr/>
        </p:nvSpPr>
        <p:spPr>
          <a:xfrm rot="16200000">
            <a:off x="6588142" y="4412108"/>
            <a:ext cx="311517" cy="875206"/>
          </a:xfrm>
          <a:prstGeom prst="roundRect">
            <a:avLst>
              <a:gd name="adj" fmla="val 47694"/>
            </a:avLst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  <a:scene3d>
            <a:camera prst="orthographicFront"/>
            <a:lightRig rig="flat" dir="t"/>
          </a:scene3d>
          <a:sp3d>
            <a:bevelT w="254000" h="38100" prst="slop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2F31BF83-4690-3A40-4405-EEBA705C8BEF}"/>
              </a:ext>
            </a:extLst>
          </p:cNvPr>
          <p:cNvSpPr/>
          <p:nvPr/>
        </p:nvSpPr>
        <p:spPr>
          <a:xfrm>
            <a:off x="6224385" y="4826851"/>
            <a:ext cx="45719" cy="4571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A62F881D-D63C-3C3D-AFE1-E9C4D55C6DE6}"/>
              </a:ext>
            </a:extLst>
          </p:cNvPr>
          <p:cNvSpPr/>
          <p:nvPr/>
        </p:nvSpPr>
        <p:spPr>
          <a:xfrm>
            <a:off x="6452199" y="4826850"/>
            <a:ext cx="45719" cy="4571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D32FC8E5-6CF5-2352-1EF1-ECDD8B20E448}"/>
              </a:ext>
            </a:extLst>
          </p:cNvPr>
          <p:cNvGrpSpPr/>
          <p:nvPr/>
        </p:nvGrpSpPr>
        <p:grpSpPr>
          <a:xfrm rot="7690259">
            <a:off x="5500751" y="5269255"/>
            <a:ext cx="1069994" cy="1064158"/>
            <a:chOff x="7172504" y="312052"/>
            <a:chExt cx="1069994" cy="1064158"/>
          </a:xfrm>
        </p:grpSpPr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078CFA0A-17BA-A54D-DF58-42D30595D038}"/>
                </a:ext>
              </a:extLst>
            </p:cNvPr>
            <p:cNvSpPr/>
            <p:nvPr/>
          </p:nvSpPr>
          <p:spPr>
            <a:xfrm>
              <a:off x="7232204" y="786256"/>
              <a:ext cx="493798" cy="481962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 w="38100">
              <a:solidFill>
                <a:schemeClr val="bg2">
                  <a:lumMod val="75000"/>
                  <a:alpha val="0"/>
                </a:schemeClr>
              </a:solidFill>
            </a:ln>
            <a:scene3d>
              <a:camera prst="orthographicFront"/>
              <a:lightRig rig="threePt" dir="t">
                <a:rot lat="0" lon="0" rev="2700000"/>
              </a:lightRig>
            </a:scene3d>
            <a:sp3d prstMaterial="softEdge">
              <a:bevelT w="165100" prst="coolSlant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1E545E5E-C3A6-D0DC-39E6-30CFDFB43E16}"/>
                </a:ext>
              </a:extLst>
            </p:cNvPr>
            <p:cNvSpPr/>
            <p:nvPr/>
          </p:nvSpPr>
          <p:spPr>
            <a:xfrm>
              <a:off x="7320472" y="312052"/>
              <a:ext cx="340893" cy="875206"/>
            </a:xfrm>
            <a:prstGeom prst="roundRect">
              <a:avLst>
                <a:gd name="adj" fmla="val 47694"/>
              </a:avLst>
            </a:prstGeom>
            <a:solidFill>
              <a:schemeClr val="bg2"/>
            </a:solidFill>
            <a:ln>
              <a:solidFill>
                <a:schemeClr val="bg2">
                  <a:lumMod val="90000"/>
                </a:schemeClr>
              </a:solidFill>
            </a:ln>
            <a:scene3d>
              <a:camera prst="orthographicFront"/>
              <a:lightRig rig="flat" dir="t"/>
            </a:scene3d>
            <a:sp3d>
              <a:bevelT w="254000" h="38100" prst="slop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DFD07E8F-A973-E40B-06A6-142D5193EFFF}"/>
                </a:ext>
              </a:extLst>
            </p:cNvPr>
            <p:cNvSpPr/>
            <p:nvPr/>
          </p:nvSpPr>
          <p:spPr>
            <a:xfrm rot="7408681">
              <a:off x="7712177" y="239417"/>
              <a:ext cx="185437" cy="875205"/>
            </a:xfrm>
            <a:prstGeom prst="roundRect">
              <a:avLst>
                <a:gd name="adj" fmla="val 47694"/>
              </a:avLst>
            </a:prstGeom>
            <a:solidFill>
              <a:schemeClr val="bg2"/>
            </a:solidFill>
            <a:ln>
              <a:solidFill>
                <a:schemeClr val="bg2">
                  <a:lumMod val="90000"/>
                </a:schemeClr>
              </a:solidFill>
            </a:ln>
            <a:scene3d>
              <a:camera prst="orthographicFront"/>
              <a:lightRig rig="flat" dir="t"/>
            </a:scene3d>
            <a:sp3d>
              <a:bevelT w="254000" h="38100" prst="slop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FDD1EEE7-320E-32EB-4447-136331D15FC3}"/>
                </a:ext>
              </a:extLst>
            </p:cNvPr>
            <p:cNvGrpSpPr/>
            <p:nvPr/>
          </p:nvGrpSpPr>
          <p:grpSpPr>
            <a:xfrm rot="8672181">
              <a:off x="7172504" y="1034210"/>
              <a:ext cx="1047436" cy="342000"/>
              <a:chOff x="7203754" y="2268932"/>
              <a:chExt cx="1047436" cy="342000"/>
            </a:xfrm>
          </p:grpSpPr>
          <p:sp>
            <p:nvSpPr>
              <p:cNvPr id="12" name="자유형: 도형 11">
                <a:extLst>
                  <a:ext uri="{FF2B5EF4-FFF2-40B4-BE49-F238E27FC236}">
                    <a16:creationId xmlns:a16="http://schemas.microsoft.com/office/drawing/2014/main" id="{AA9124DD-C5A2-4584-274C-8737D62A04BA}"/>
                  </a:ext>
                </a:extLst>
              </p:cNvPr>
              <p:cNvSpPr/>
              <p:nvPr/>
            </p:nvSpPr>
            <p:spPr>
              <a:xfrm>
                <a:off x="7452912" y="2268932"/>
                <a:ext cx="798278" cy="342000"/>
              </a:xfrm>
              <a:custGeom>
                <a:avLst/>
                <a:gdLst>
                  <a:gd name="csX0" fmla="*/ 281505 w 798278"/>
                  <a:gd name="csY0" fmla="*/ 0 h 342000"/>
                  <a:gd name="csX1" fmla="*/ 444732 w 798278"/>
                  <a:gd name="csY1" fmla="*/ 0 h 342000"/>
                  <a:gd name="csX2" fmla="*/ 444732 w 798278"/>
                  <a:gd name="csY2" fmla="*/ 3128 h 342000"/>
                  <a:gd name="csX3" fmla="*/ 447264 w 798278"/>
                  <a:gd name="csY3" fmla="*/ 248 h 342000"/>
                  <a:gd name="csX4" fmla="*/ 690692 w 798278"/>
                  <a:gd name="csY4" fmla="*/ 248 h 342000"/>
                  <a:gd name="csX5" fmla="*/ 783490 w 798278"/>
                  <a:gd name="csY5" fmla="*/ 29298 h 342000"/>
                  <a:gd name="csX6" fmla="*/ 798277 w 798278"/>
                  <a:gd name="csY6" fmla="*/ 41801 h 342000"/>
                  <a:gd name="csX7" fmla="*/ 647837 w 798278"/>
                  <a:gd name="csY7" fmla="*/ 41801 h 342000"/>
                  <a:gd name="csX8" fmla="*/ 569275 w 798278"/>
                  <a:gd name="csY8" fmla="*/ 63755 h 342000"/>
                  <a:gd name="csX9" fmla="*/ 550148 w 798278"/>
                  <a:gd name="csY9" fmla="*/ 79653 h 342000"/>
                  <a:gd name="csX10" fmla="*/ 547652 w 798278"/>
                  <a:gd name="csY10" fmla="*/ 81193 h 342000"/>
                  <a:gd name="csX11" fmla="*/ 546633 w 798278"/>
                  <a:gd name="csY11" fmla="*/ 82575 h 342000"/>
                  <a:gd name="csX12" fmla="*/ 539410 w 798278"/>
                  <a:gd name="csY12" fmla="*/ 88579 h 342000"/>
                  <a:gd name="csX13" fmla="*/ 518366 w 798278"/>
                  <a:gd name="csY13" fmla="*/ 120310 h 342000"/>
                  <a:gd name="csX14" fmla="*/ 518172 w 798278"/>
                  <a:gd name="csY14" fmla="*/ 121194 h 342000"/>
                  <a:gd name="csX15" fmla="*/ 518147 w 798278"/>
                  <a:gd name="csY15" fmla="*/ 121227 h 342000"/>
                  <a:gd name="csX16" fmla="*/ 507328 w 798278"/>
                  <a:gd name="csY16" fmla="*/ 170251 h 342000"/>
                  <a:gd name="csX17" fmla="*/ 518147 w 798278"/>
                  <a:gd name="csY17" fmla="*/ 219275 h 342000"/>
                  <a:gd name="csX18" fmla="*/ 518172 w 798278"/>
                  <a:gd name="csY18" fmla="*/ 219310 h 342000"/>
                  <a:gd name="csX19" fmla="*/ 518367 w 798278"/>
                  <a:gd name="csY19" fmla="*/ 220191 h 342000"/>
                  <a:gd name="csX20" fmla="*/ 539411 w 798278"/>
                  <a:gd name="csY20" fmla="*/ 251921 h 342000"/>
                  <a:gd name="csX21" fmla="*/ 546631 w 798278"/>
                  <a:gd name="csY21" fmla="*/ 257922 h 342000"/>
                  <a:gd name="csX22" fmla="*/ 547652 w 798278"/>
                  <a:gd name="csY22" fmla="*/ 259309 h 342000"/>
                  <a:gd name="csX23" fmla="*/ 550156 w 798278"/>
                  <a:gd name="csY23" fmla="*/ 260853 h 342000"/>
                  <a:gd name="csX24" fmla="*/ 569275 w 798278"/>
                  <a:gd name="csY24" fmla="*/ 276746 h 342000"/>
                  <a:gd name="csX25" fmla="*/ 647838 w 798278"/>
                  <a:gd name="csY25" fmla="*/ 298699 h 342000"/>
                  <a:gd name="csX26" fmla="*/ 798278 w 798278"/>
                  <a:gd name="csY26" fmla="*/ 298699 h 342000"/>
                  <a:gd name="csX27" fmla="*/ 783491 w 798278"/>
                  <a:gd name="csY27" fmla="*/ 311203 h 342000"/>
                  <a:gd name="csX28" fmla="*/ 690693 w 798278"/>
                  <a:gd name="csY28" fmla="*/ 340252 h 342000"/>
                  <a:gd name="csX29" fmla="*/ 447265 w 798278"/>
                  <a:gd name="csY29" fmla="*/ 340252 h 342000"/>
                  <a:gd name="csX30" fmla="*/ 444732 w 798278"/>
                  <a:gd name="csY30" fmla="*/ 337371 h 342000"/>
                  <a:gd name="csX31" fmla="*/ 444732 w 798278"/>
                  <a:gd name="csY31" fmla="*/ 342000 h 342000"/>
                  <a:gd name="csX32" fmla="*/ 281505 w 798278"/>
                  <a:gd name="csY32" fmla="*/ 342000 h 342000"/>
                  <a:gd name="csX33" fmla="*/ 142890 w 798278"/>
                  <a:gd name="csY33" fmla="*/ 207916 h 342000"/>
                  <a:gd name="csX34" fmla="*/ 7440 w 798278"/>
                  <a:gd name="csY34" fmla="*/ 207916 h 342000"/>
                  <a:gd name="csX35" fmla="*/ 39 w 798278"/>
                  <a:gd name="csY35" fmla="*/ 170344 h 342000"/>
                  <a:gd name="csX36" fmla="*/ 0 w 798278"/>
                  <a:gd name="csY36" fmla="*/ 170344 h 342000"/>
                  <a:gd name="csX37" fmla="*/ 19 w 798278"/>
                  <a:gd name="csY37" fmla="*/ 170248 h 342000"/>
                  <a:gd name="csX38" fmla="*/ 1 w 798278"/>
                  <a:gd name="csY38" fmla="*/ 170156 h 342000"/>
                  <a:gd name="csX39" fmla="*/ 38 w 798278"/>
                  <a:gd name="csY39" fmla="*/ 170156 h 342000"/>
                  <a:gd name="csX40" fmla="*/ 7439 w 798278"/>
                  <a:gd name="csY40" fmla="*/ 132584 h 342000"/>
                  <a:gd name="csX41" fmla="*/ 144441 w 798278"/>
                  <a:gd name="csY41" fmla="*/ 132584 h 3420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</a:cxnLst>
                <a:rect l="l" t="t" r="r" b="b"/>
                <a:pathLst>
                  <a:path w="798278" h="342000">
                    <a:moveTo>
                      <a:pt x="281505" y="0"/>
                    </a:moveTo>
                    <a:lnTo>
                      <a:pt x="444732" y="0"/>
                    </a:lnTo>
                    <a:lnTo>
                      <a:pt x="444732" y="3128"/>
                    </a:lnTo>
                    <a:lnTo>
                      <a:pt x="447264" y="248"/>
                    </a:lnTo>
                    <a:lnTo>
                      <a:pt x="690692" y="248"/>
                    </a:lnTo>
                    <a:cubicBezTo>
                      <a:pt x="725067" y="248"/>
                      <a:pt x="757001" y="10957"/>
                      <a:pt x="783490" y="29298"/>
                    </a:cubicBezTo>
                    <a:lnTo>
                      <a:pt x="798277" y="41801"/>
                    </a:lnTo>
                    <a:lnTo>
                      <a:pt x="647837" y="41801"/>
                    </a:lnTo>
                    <a:cubicBezTo>
                      <a:pt x="618736" y="41801"/>
                      <a:pt x="591701" y="49894"/>
                      <a:pt x="569275" y="63755"/>
                    </a:cubicBezTo>
                    <a:lnTo>
                      <a:pt x="550148" y="79653"/>
                    </a:lnTo>
                    <a:lnTo>
                      <a:pt x="547652" y="81193"/>
                    </a:lnTo>
                    <a:lnTo>
                      <a:pt x="546633" y="82575"/>
                    </a:lnTo>
                    <a:lnTo>
                      <a:pt x="539410" y="88579"/>
                    </a:lnTo>
                    <a:cubicBezTo>
                      <a:pt x="530820" y="98102"/>
                      <a:pt x="523699" y="108776"/>
                      <a:pt x="518366" y="120310"/>
                    </a:cubicBezTo>
                    <a:lnTo>
                      <a:pt x="518172" y="121194"/>
                    </a:lnTo>
                    <a:lnTo>
                      <a:pt x="518147" y="121227"/>
                    </a:lnTo>
                    <a:cubicBezTo>
                      <a:pt x="511181" y="136294"/>
                      <a:pt x="507328" y="152861"/>
                      <a:pt x="507328" y="170251"/>
                    </a:cubicBezTo>
                    <a:cubicBezTo>
                      <a:pt x="507328" y="187640"/>
                      <a:pt x="511181" y="204207"/>
                      <a:pt x="518147" y="219275"/>
                    </a:cubicBezTo>
                    <a:lnTo>
                      <a:pt x="518172" y="219310"/>
                    </a:lnTo>
                    <a:lnTo>
                      <a:pt x="518367" y="220191"/>
                    </a:lnTo>
                    <a:cubicBezTo>
                      <a:pt x="523700" y="231725"/>
                      <a:pt x="530821" y="242398"/>
                      <a:pt x="539411" y="251921"/>
                    </a:cubicBezTo>
                    <a:lnTo>
                      <a:pt x="546631" y="257922"/>
                    </a:lnTo>
                    <a:lnTo>
                      <a:pt x="547652" y="259309"/>
                    </a:lnTo>
                    <a:lnTo>
                      <a:pt x="550156" y="260853"/>
                    </a:lnTo>
                    <a:lnTo>
                      <a:pt x="569275" y="276746"/>
                    </a:lnTo>
                    <a:cubicBezTo>
                      <a:pt x="591702" y="290606"/>
                      <a:pt x="618737" y="298699"/>
                      <a:pt x="647838" y="298699"/>
                    </a:cubicBezTo>
                    <a:lnTo>
                      <a:pt x="798278" y="298699"/>
                    </a:lnTo>
                    <a:lnTo>
                      <a:pt x="783491" y="311203"/>
                    </a:lnTo>
                    <a:cubicBezTo>
                      <a:pt x="757001" y="329543"/>
                      <a:pt x="725068" y="340252"/>
                      <a:pt x="690693" y="340252"/>
                    </a:cubicBezTo>
                    <a:lnTo>
                      <a:pt x="447265" y="340252"/>
                    </a:lnTo>
                    <a:lnTo>
                      <a:pt x="444732" y="337371"/>
                    </a:lnTo>
                    <a:lnTo>
                      <a:pt x="444732" y="342000"/>
                    </a:lnTo>
                    <a:lnTo>
                      <a:pt x="281505" y="342000"/>
                    </a:lnTo>
                    <a:lnTo>
                      <a:pt x="142890" y="207916"/>
                    </a:lnTo>
                    <a:lnTo>
                      <a:pt x="7440" y="207916"/>
                    </a:lnTo>
                    <a:lnTo>
                      <a:pt x="39" y="170344"/>
                    </a:lnTo>
                    <a:lnTo>
                      <a:pt x="0" y="170344"/>
                    </a:lnTo>
                    <a:lnTo>
                      <a:pt x="19" y="170248"/>
                    </a:lnTo>
                    <a:lnTo>
                      <a:pt x="1" y="170156"/>
                    </a:lnTo>
                    <a:lnTo>
                      <a:pt x="38" y="170156"/>
                    </a:lnTo>
                    <a:lnTo>
                      <a:pt x="7439" y="132584"/>
                    </a:lnTo>
                    <a:lnTo>
                      <a:pt x="144441" y="132584"/>
                    </a:lnTo>
                    <a:close/>
                  </a:path>
                </a:pathLst>
              </a:custGeom>
              <a:solidFill>
                <a:srgbClr val="FCFFDD"/>
              </a:solidFill>
              <a:ln>
                <a:solidFill>
                  <a:srgbClr val="FCFFDD"/>
                </a:solidFill>
              </a:ln>
              <a:effectLst/>
              <a:scene3d>
                <a:camera prst="orthographicFront"/>
                <a:lightRig rig="threePt" dir="t">
                  <a:rot lat="0" lon="0" rev="17400000"/>
                </a:lightRig>
              </a:scene3d>
              <a:sp3d>
                <a:bevelT w="508000" h="38100" prst="cross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3" name="자유형: 도형 12">
                <a:extLst>
                  <a:ext uri="{FF2B5EF4-FFF2-40B4-BE49-F238E27FC236}">
                    <a16:creationId xmlns:a16="http://schemas.microsoft.com/office/drawing/2014/main" id="{82E725BF-7BE1-E908-3A23-8AD65B64341F}"/>
                  </a:ext>
                </a:extLst>
              </p:cNvPr>
              <p:cNvSpPr/>
              <p:nvPr/>
            </p:nvSpPr>
            <p:spPr>
              <a:xfrm>
                <a:off x="7203754" y="2368260"/>
                <a:ext cx="345775" cy="141590"/>
              </a:xfrm>
              <a:custGeom>
                <a:avLst/>
                <a:gdLst>
                  <a:gd name="csX0" fmla="*/ 98886 w 390646"/>
                  <a:gd name="csY0" fmla="*/ 0 h 141590"/>
                  <a:gd name="csX1" fmla="*/ 314678 w 390646"/>
                  <a:gd name="csY1" fmla="*/ 0 h 141590"/>
                  <a:gd name="csX2" fmla="*/ 390646 w 390646"/>
                  <a:gd name="csY2" fmla="*/ 16526 h 141590"/>
                  <a:gd name="csX3" fmla="*/ 390646 w 390646"/>
                  <a:gd name="csY3" fmla="*/ 32120 h 141590"/>
                  <a:gd name="csX4" fmla="*/ 292923 w 390646"/>
                  <a:gd name="csY4" fmla="*/ 32120 h 141590"/>
                  <a:gd name="csX5" fmla="*/ 292923 w 390646"/>
                  <a:gd name="csY5" fmla="*/ 109470 h 141590"/>
                  <a:gd name="csX6" fmla="*/ 390646 w 390646"/>
                  <a:gd name="csY6" fmla="*/ 109470 h 141590"/>
                  <a:gd name="csX7" fmla="*/ 390646 w 390646"/>
                  <a:gd name="csY7" fmla="*/ 125065 h 141590"/>
                  <a:gd name="csX8" fmla="*/ 314678 w 390646"/>
                  <a:gd name="csY8" fmla="*/ 141590 h 141590"/>
                  <a:gd name="csX9" fmla="*/ 169200 w 390646"/>
                  <a:gd name="csY9" fmla="*/ 141590 h 141590"/>
                  <a:gd name="csX10" fmla="*/ 98886 w 390646"/>
                  <a:gd name="csY10" fmla="*/ 141590 h 141590"/>
                  <a:gd name="csX11" fmla="*/ 84600 w 390646"/>
                  <a:gd name="csY11" fmla="*/ 141590 h 141590"/>
                  <a:gd name="csX12" fmla="*/ 0 w 390646"/>
                  <a:gd name="csY12" fmla="*/ 71390 h 141590"/>
                  <a:gd name="csX13" fmla="*/ 84600 w 390646"/>
                  <a:gd name="csY13" fmla="*/ 1190 h 141590"/>
                  <a:gd name="csX14" fmla="*/ 98886 w 390646"/>
                  <a:gd name="csY14" fmla="*/ 1190 h 1415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390646" h="141590">
                    <a:moveTo>
                      <a:pt x="98886" y="0"/>
                    </a:moveTo>
                    <a:lnTo>
                      <a:pt x="314678" y="0"/>
                    </a:lnTo>
                    <a:lnTo>
                      <a:pt x="390646" y="16526"/>
                    </a:lnTo>
                    <a:lnTo>
                      <a:pt x="390646" y="32120"/>
                    </a:lnTo>
                    <a:lnTo>
                      <a:pt x="292923" y="32120"/>
                    </a:lnTo>
                    <a:lnTo>
                      <a:pt x="292923" y="109470"/>
                    </a:lnTo>
                    <a:lnTo>
                      <a:pt x="390646" y="109470"/>
                    </a:lnTo>
                    <a:lnTo>
                      <a:pt x="390646" y="125065"/>
                    </a:lnTo>
                    <a:lnTo>
                      <a:pt x="314678" y="141590"/>
                    </a:lnTo>
                    <a:lnTo>
                      <a:pt x="169200" y="141590"/>
                    </a:lnTo>
                    <a:lnTo>
                      <a:pt x="98886" y="141590"/>
                    </a:lnTo>
                    <a:lnTo>
                      <a:pt x="84600" y="141590"/>
                    </a:lnTo>
                    <a:cubicBezTo>
                      <a:pt x="37877" y="141590"/>
                      <a:pt x="0" y="110160"/>
                      <a:pt x="0" y="71390"/>
                    </a:cubicBezTo>
                    <a:cubicBezTo>
                      <a:pt x="0" y="32620"/>
                      <a:pt x="37877" y="1190"/>
                      <a:pt x="84600" y="1190"/>
                    </a:cubicBezTo>
                    <a:lnTo>
                      <a:pt x="98886" y="1190"/>
                    </a:lnTo>
                    <a:close/>
                  </a:path>
                </a:pathLst>
              </a:custGeom>
              <a:solidFill>
                <a:schemeClr val="bg2"/>
              </a:solidFill>
              <a:ln>
                <a:solidFill>
                  <a:schemeClr val="bg2"/>
                </a:solidFill>
              </a:ln>
              <a:scene3d>
                <a:camera prst="orthographicFront"/>
                <a:lightRig rig="threePt" dir="t"/>
              </a:scene3d>
              <a:sp3d>
                <a:bevelT w="381000" h="25400" prst="cross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</p:grpSp>
      </p:grp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ECCDA8F4-6F09-A66A-21DA-E71373B2E856}"/>
              </a:ext>
            </a:extLst>
          </p:cNvPr>
          <p:cNvSpPr/>
          <p:nvPr/>
        </p:nvSpPr>
        <p:spPr>
          <a:xfrm rot="13998270" flipH="1">
            <a:off x="5131046" y="5245565"/>
            <a:ext cx="340893" cy="875206"/>
          </a:xfrm>
          <a:prstGeom prst="roundRect">
            <a:avLst>
              <a:gd name="adj" fmla="val 47694"/>
            </a:avLst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  <a:scene3d>
            <a:camera prst="orthographicFront"/>
            <a:lightRig rig="flat" dir="t"/>
          </a:scene3d>
          <a:sp3d>
            <a:bevelT w="254000" h="38100" prst="slop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40C07B3B-DC15-C08B-193E-DFE79B2DA3A3}"/>
              </a:ext>
            </a:extLst>
          </p:cNvPr>
          <p:cNvSpPr/>
          <p:nvPr/>
        </p:nvSpPr>
        <p:spPr>
          <a:xfrm rot="6675274" flipH="1">
            <a:off x="5300948" y="5557598"/>
            <a:ext cx="185437" cy="875205"/>
          </a:xfrm>
          <a:prstGeom prst="roundRect">
            <a:avLst>
              <a:gd name="adj" fmla="val 47694"/>
            </a:avLst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  <a:scene3d>
            <a:camera prst="orthographicFront"/>
            <a:lightRig rig="flat" dir="t"/>
          </a:scene3d>
          <a:sp3d>
            <a:bevelT w="254000" h="38100" prst="slop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8" name="잉크 17">
                <a:extLst>
                  <a:ext uri="{FF2B5EF4-FFF2-40B4-BE49-F238E27FC236}">
                    <a16:creationId xmlns:a16="http://schemas.microsoft.com/office/drawing/2014/main" id="{64021401-BC9A-5ADA-5E3C-5E1E552027C9}"/>
                  </a:ext>
                </a:extLst>
              </p14:cNvPr>
              <p14:cNvContentPartPr/>
              <p14:nvPr/>
            </p14:nvContentPartPr>
            <p14:xfrm>
              <a:off x="3068753" y="5993996"/>
              <a:ext cx="49680" cy="67680"/>
            </p14:xfrm>
          </p:contentPart>
        </mc:Choice>
        <mc:Fallback>
          <p:pic>
            <p:nvPicPr>
              <p:cNvPr id="18" name="잉크 17">
                <a:extLst>
                  <a:ext uri="{FF2B5EF4-FFF2-40B4-BE49-F238E27FC236}">
                    <a16:creationId xmlns:a16="http://schemas.microsoft.com/office/drawing/2014/main" id="{64021401-BC9A-5ADA-5E3C-5E1E552027C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062633" y="5987876"/>
                <a:ext cx="61920" cy="7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30" name="잉크 29">
                <a:extLst>
                  <a:ext uri="{FF2B5EF4-FFF2-40B4-BE49-F238E27FC236}">
                    <a16:creationId xmlns:a16="http://schemas.microsoft.com/office/drawing/2014/main" id="{AB3B4190-8882-7261-CEED-E60080FF6F50}"/>
                  </a:ext>
                </a:extLst>
              </p14:cNvPr>
              <p14:cNvContentPartPr/>
              <p14:nvPr/>
            </p14:nvContentPartPr>
            <p14:xfrm>
              <a:off x="3443513" y="6011276"/>
              <a:ext cx="78480" cy="66600"/>
            </p14:xfrm>
          </p:contentPart>
        </mc:Choice>
        <mc:Fallback>
          <p:pic>
            <p:nvPicPr>
              <p:cNvPr id="30" name="잉크 29">
                <a:extLst>
                  <a:ext uri="{FF2B5EF4-FFF2-40B4-BE49-F238E27FC236}">
                    <a16:creationId xmlns:a16="http://schemas.microsoft.com/office/drawing/2014/main" id="{AB3B4190-8882-7261-CEED-E60080FF6F50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437393" y="6005156"/>
                <a:ext cx="90720" cy="78840"/>
              </a:xfrm>
              <a:prstGeom prst="rect">
                <a:avLst/>
              </a:prstGeom>
            </p:spPr>
          </p:pic>
        </mc:Fallback>
      </mc:AlternateContent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65547220-CE0C-850D-B217-6736AA526B54}"/>
              </a:ext>
            </a:extLst>
          </p:cNvPr>
          <p:cNvSpPr/>
          <p:nvPr/>
        </p:nvSpPr>
        <p:spPr>
          <a:xfrm rot="10800000">
            <a:off x="2946919" y="5316744"/>
            <a:ext cx="311517" cy="875206"/>
          </a:xfrm>
          <a:prstGeom prst="roundRect">
            <a:avLst>
              <a:gd name="adj" fmla="val 47694"/>
            </a:avLst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  <a:scene3d>
            <a:camera prst="orthographicFront"/>
            <a:lightRig rig="flat" dir="t"/>
          </a:scene3d>
          <a:sp3d>
            <a:bevelT w="254000" h="38100" prst="slop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8FF8D808-A2E2-B48E-84DB-25E2FBBE68C6}"/>
              </a:ext>
            </a:extLst>
          </p:cNvPr>
          <p:cNvSpPr/>
          <p:nvPr/>
        </p:nvSpPr>
        <p:spPr>
          <a:xfrm rot="10800000">
            <a:off x="3099319" y="5469144"/>
            <a:ext cx="311517" cy="875206"/>
          </a:xfrm>
          <a:prstGeom prst="roundRect">
            <a:avLst>
              <a:gd name="adj" fmla="val 47694"/>
            </a:avLst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  <a:scene3d>
            <a:camera prst="orthographicFront"/>
            <a:lightRig rig="flat" dir="t"/>
          </a:scene3d>
          <a:sp3d>
            <a:bevelT w="254000" h="38100" prst="slop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C6DC4F4D-027B-21DB-DC4F-17A6F57573C7}"/>
              </a:ext>
            </a:extLst>
          </p:cNvPr>
          <p:cNvSpPr/>
          <p:nvPr/>
        </p:nvSpPr>
        <p:spPr>
          <a:xfrm>
            <a:off x="6374987" y="509047"/>
            <a:ext cx="1065257" cy="1605490"/>
          </a:xfrm>
          <a:prstGeom prst="roundRect">
            <a:avLst>
              <a:gd name="adj" fmla="val 50000"/>
            </a:avLst>
          </a:prstGeom>
          <a:scene3d>
            <a:camera prst="perspectiveRelaxed"/>
            <a:lightRig rig="threePt" dir="t"/>
          </a:scene3d>
          <a:sp3d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588FDF81-B5D3-0334-D15A-BF21FEB8EB4A}"/>
              </a:ext>
            </a:extLst>
          </p:cNvPr>
          <p:cNvSpPr/>
          <p:nvPr/>
        </p:nvSpPr>
        <p:spPr>
          <a:xfrm rot="16200000">
            <a:off x="10348599" y="1800643"/>
            <a:ext cx="185437" cy="875205"/>
          </a:xfrm>
          <a:prstGeom prst="roundRect">
            <a:avLst>
              <a:gd name="adj" fmla="val 47694"/>
            </a:avLst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A6B69370-BDEF-5E3D-65B8-6BDE579F6A76}"/>
              </a:ext>
            </a:extLst>
          </p:cNvPr>
          <p:cNvSpPr/>
          <p:nvPr/>
        </p:nvSpPr>
        <p:spPr>
          <a:xfrm rot="16200000">
            <a:off x="10285558" y="1356325"/>
            <a:ext cx="311517" cy="875206"/>
          </a:xfrm>
          <a:prstGeom prst="roundRect">
            <a:avLst>
              <a:gd name="adj" fmla="val 47694"/>
            </a:avLst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881DBEC7-592A-0C52-9737-33CDFF998667}"/>
              </a:ext>
            </a:extLst>
          </p:cNvPr>
          <p:cNvSpPr/>
          <p:nvPr/>
        </p:nvSpPr>
        <p:spPr>
          <a:xfrm>
            <a:off x="10061720" y="2447982"/>
            <a:ext cx="817200" cy="817683"/>
          </a:xfrm>
          <a:prstGeom prst="ellipse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1">
                <a:alpha val="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2D32971D-D2D0-11C5-9D8F-545596A6F0A8}"/>
              </a:ext>
            </a:extLst>
          </p:cNvPr>
          <p:cNvGrpSpPr/>
          <p:nvPr/>
        </p:nvGrpSpPr>
        <p:grpSpPr>
          <a:xfrm>
            <a:off x="10028314" y="1100108"/>
            <a:ext cx="1048765" cy="342000"/>
            <a:chOff x="7119080" y="2335599"/>
            <a:chExt cx="1048765" cy="342000"/>
          </a:xfrm>
        </p:grpSpPr>
        <p:sp>
          <p:nvSpPr>
            <p:cNvPr id="58" name="자유형: 도형 57">
              <a:extLst>
                <a:ext uri="{FF2B5EF4-FFF2-40B4-BE49-F238E27FC236}">
                  <a16:creationId xmlns:a16="http://schemas.microsoft.com/office/drawing/2014/main" id="{4D5B4644-154E-47FA-A5E5-19A3F2D1E98B}"/>
                </a:ext>
              </a:extLst>
            </p:cNvPr>
            <p:cNvSpPr/>
            <p:nvPr/>
          </p:nvSpPr>
          <p:spPr>
            <a:xfrm>
              <a:off x="7369567" y="2335599"/>
              <a:ext cx="798278" cy="342000"/>
            </a:xfrm>
            <a:custGeom>
              <a:avLst/>
              <a:gdLst>
                <a:gd name="csX0" fmla="*/ 281505 w 798278"/>
                <a:gd name="csY0" fmla="*/ 0 h 342000"/>
                <a:gd name="csX1" fmla="*/ 444732 w 798278"/>
                <a:gd name="csY1" fmla="*/ 0 h 342000"/>
                <a:gd name="csX2" fmla="*/ 444732 w 798278"/>
                <a:gd name="csY2" fmla="*/ 3128 h 342000"/>
                <a:gd name="csX3" fmla="*/ 447264 w 798278"/>
                <a:gd name="csY3" fmla="*/ 248 h 342000"/>
                <a:gd name="csX4" fmla="*/ 690692 w 798278"/>
                <a:gd name="csY4" fmla="*/ 248 h 342000"/>
                <a:gd name="csX5" fmla="*/ 783490 w 798278"/>
                <a:gd name="csY5" fmla="*/ 29298 h 342000"/>
                <a:gd name="csX6" fmla="*/ 798277 w 798278"/>
                <a:gd name="csY6" fmla="*/ 41801 h 342000"/>
                <a:gd name="csX7" fmla="*/ 647837 w 798278"/>
                <a:gd name="csY7" fmla="*/ 41801 h 342000"/>
                <a:gd name="csX8" fmla="*/ 569275 w 798278"/>
                <a:gd name="csY8" fmla="*/ 63755 h 342000"/>
                <a:gd name="csX9" fmla="*/ 550148 w 798278"/>
                <a:gd name="csY9" fmla="*/ 79653 h 342000"/>
                <a:gd name="csX10" fmla="*/ 547652 w 798278"/>
                <a:gd name="csY10" fmla="*/ 81193 h 342000"/>
                <a:gd name="csX11" fmla="*/ 546633 w 798278"/>
                <a:gd name="csY11" fmla="*/ 82575 h 342000"/>
                <a:gd name="csX12" fmla="*/ 539410 w 798278"/>
                <a:gd name="csY12" fmla="*/ 88579 h 342000"/>
                <a:gd name="csX13" fmla="*/ 518366 w 798278"/>
                <a:gd name="csY13" fmla="*/ 120310 h 342000"/>
                <a:gd name="csX14" fmla="*/ 518172 w 798278"/>
                <a:gd name="csY14" fmla="*/ 121194 h 342000"/>
                <a:gd name="csX15" fmla="*/ 518147 w 798278"/>
                <a:gd name="csY15" fmla="*/ 121227 h 342000"/>
                <a:gd name="csX16" fmla="*/ 507328 w 798278"/>
                <a:gd name="csY16" fmla="*/ 170251 h 342000"/>
                <a:gd name="csX17" fmla="*/ 518147 w 798278"/>
                <a:gd name="csY17" fmla="*/ 219275 h 342000"/>
                <a:gd name="csX18" fmla="*/ 518172 w 798278"/>
                <a:gd name="csY18" fmla="*/ 219310 h 342000"/>
                <a:gd name="csX19" fmla="*/ 518367 w 798278"/>
                <a:gd name="csY19" fmla="*/ 220191 h 342000"/>
                <a:gd name="csX20" fmla="*/ 539411 w 798278"/>
                <a:gd name="csY20" fmla="*/ 251921 h 342000"/>
                <a:gd name="csX21" fmla="*/ 546631 w 798278"/>
                <a:gd name="csY21" fmla="*/ 257922 h 342000"/>
                <a:gd name="csX22" fmla="*/ 547652 w 798278"/>
                <a:gd name="csY22" fmla="*/ 259309 h 342000"/>
                <a:gd name="csX23" fmla="*/ 550156 w 798278"/>
                <a:gd name="csY23" fmla="*/ 260853 h 342000"/>
                <a:gd name="csX24" fmla="*/ 569275 w 798278"/>
                <a:gd name="csY24" fmla="*/ 276746 h 342000"/>
                <a:gd name="csX25" fmla="*/ 647838 w 798278"/>
                <a:gd name="csY25" fmla="*/ 298699 h 342000"/>
                <a:gd name="csX26" fmla="*/ 798278 w 798278"/>
                <a:gd name="csY26" fmla="*/ 298699 h 342000"/>
                <a:gd name="csX27" fmla="*/ 783491 w 798278"/>
                <a:gd name="csY27" fmla="*/ 311203 h 342000"/>
                <a:gd name="csX28" fmla="*/ 690693 w 798278"/>
                <a:gd name="csY28" fmla="*/ 340252 h 342000"/>
                <a:gd name="csX29" fmla="*/ 447265 w 798278"/>
                <a:gd name="csY29" fmla="*/ 340252 h 342000"/>
                <a:gd name="csX30" fmla="*/ 444732 w 798278"/>
                <a:gd name="csY30" fmla="*/ 337371 h 342000"/>
                <a:gd name="csX31" fmla="*/ 444732 w 798278"/>
                <a:gd name="csY31" fmla="*/ 342000 h 342000"/>
                <a:gd name="csX32" fmla="*/ 281505 w 798278"/>
                <a:gd name="csY32" fmla="*/ 342000 h 342000"/>
                <a:gd name="csX33" fmla="*/ 142890 w 798278"/>
                <a:gd name="csY33" fmla="*/ 207916 h 342000"/>
                <a:gd name="csX34" fmla="*/ 7440 w 798278"/>
                <a:gd name="csY34" fmla="*/ 207916 h 342000"/>
                <a:gd name="csX35" fmla="*/ 39 w 798278"/>
                <a:gd name="csY35" fmla="*/ 170344 h 342000"/>
                <a:gd name="csX36" fmla="*/ 0 w 798278"/>
                <a:gd name="csY36" fmla="*/ 170344 h 342000"/>
                <a:gd name="csX37" fmla="*/ 19 w 798278"/>
                <a:gd name="csY37" fmla="*/ 170248 h 342000"/>
                <a:gd name="csX38" fmla="*/ 1 w 798278"/>
                <a:gd name="csY38" fmla="*/ 170156 h 342000"/>
                <a:gd name="csX39" fmla="*/ 38 w 798278"/>
                <a:gd name="csY39" fmla="*/ 170156 h 342000"/>
                <a:gd name="csX40" fmla="*/ 7439 w 798278"/>
                <a:gd name="csY40" fmla="*/ 132584 h 342000"/>
                <a:gd name="csX41" fmla="*/ 144441 w 798278"/>
                <a:gd name="csY41" fmla="*/ 132584 h 342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798278" h="342000">
                  <a:moveTo>
                    <a:pt x="281505" y="0"/>
                  </a:moveTo>
                  <a:lnTo>
                    <a:pt x="444732" y="0"/>
                  </a:lnTo>
                  <a:lnTo>
                    <a:pt x="444732" y="3128"/>
                  </a:lnTo>
                  <a:lnTo>
                    <a:pt x="447264" y="248"/>
                  </a:lnTo>
                  <a:lnTo>
                    <a:pt x="690692" y="248"/>
                  </a:lnTo>
                  <a:cubicBezTo>
                    <a:pt x="725067" y="248"/>
                    <a:pt x="757001" y="10957"/>
                    <a:pt x="783490" y="29298"/>
                  </a:cubicBezTo>
                  <a:lnTo>
                    <a:pt x="798277" y="41801"/>
                  </a:lnTo>
                  <a:lnTo>
                    <a:pt x="647837" y="41801"/>
                  </a:lnTo>
                  <a:cubicBezTo>
                    <a:pt x="618736" y="41801"/>
                    <a:pt x="591701" y="49894"/>
                    <a:pt x="569275" y="63755"/>
                  </a:cubicBezTo>
                  <a:lnTo>
                    <a:pt x="550148" y="79653"/>
                  </a:lnTo>
                  <a:lnTo>
                    <a:pt x="547652" y="81193"/>
                  </a:lnTo>
                  <a:lnTo>
                    <a:pt x="546633" y="82575"/>
                  </a:lnTo>
                  <a:lnTo>
                    <a:pt x="539410" y="88579"/>
                  </a:lnTo>
                  <a:cubicBezTo>
                    <a:pt x="530820" y="98102"/>
                    <a:pt x="523699" y="108776"/>
                    <a:pt x="518366" y="120310"/>
                  </a:cubicBezTo>
                  <a:lnTo>
                    <a:pt x="518172" y="121194"/>
                  </a:lnTo>
                  <a:lnTo>
                    <a:pt x="518147" y="121227"/>
                  </a:lnTo>
                  <a:cubicBezTo>
                    <a:pt x="511181" y="136294"/>
                    <a:pt x="507328" y="152861"/>
                    <a:pt x="507328" y="170251"/>
                  </a:cubicBezTo>
                  <a:cubicBezTo>
                    <a:pt x="507328" y="187640"/>
                    <a:pt x="511181" y="204207"/>
                    <a:pt x="518147" y="219275"/>
                  </a:cubicBezTo>
                  <a:lnTo>
                    <a:pt x="518172" y="219310"/>
                  </a:lnTo>
                  <a:lnTo>
                    <a:pt x="518367" y="220191"/>
                  </a:lnTo>
                  <a:cubicBezTo>
                    <a:pt x="523700" y="231725"/>
                    <a:pt x="530821" y="242398"/>
                    <a:pt x="539411" y="251921"/>
                  </a:cubicBezTo>
                  <a:lnTo>
                    <a:pt x="546631" y="257922"/>
                  </a:lnTo>
                  <a:lnTo>
                    <a:pt x="547652" y="259309"/>
                  </a:lnTo>
                  <a:lnTo>
                    <a:pt x="550156" y="260853"/>
                  </a:lnTo>
                  <a:lnTo>
                    <a:pt x="569275" y="276746"/>
                  </a:lnTo>
                  <a:cubicBezTo>
                    <a:pt x="591702" y="290606"/>
                    <a:pt x="618737" y="298699"/>
                    <a:pt x="647838" y="298699"/>
                  </a:cubicBezTo>
                  <a:lnTo>
                    <a:pt x="798278" y="298699"/>
                  </a:lnTo>
                  <a:lnTo>
                    <a:pt x="783491" y="311203"/>
                  </a:lnTo>
                  <a:cubicBezTo>
                    <a:pt x="757001" y="329543"/>
                    <a:pt x="725068" y="340252"/>
                    <a:pt x="690693" y="340252"/>
                  </a:cubicBezTo>
                  <a:lnTo>
                    <a:pt x="447265" y="340252"/>
                  </a:lnTo>
                  <a:lnTo>
                    <a:pt x="444732" y="337371"/>
                  </a:lnTo>
                  <a:lnTo>
                    <a:pt x="444732" y="342000"/>
                  </a:lnTo>
                  <a:lnTo>
                    <a:pt x="281505" y="342000"/>
                  </a:lnTo>
                  <a:lnTo>
                    <a:pt x="142890" y="207916"/>
                  </a:lnTo>
                  <a:lnTo>
                    <a:pt x="7440" y="207916"/>
                  </a:lnTo>
                  <a:lnTo>
                    <a:pt x="39" y="170344"/>
                  </a:lnTo>
                  <a:lnTo>
                    <a:pt x="0" y="170344"/>
                  </a:lnTo>
                  <a:lnTo>
                    <a:pt x="19" y="170248"/>
                  </a:lnTo>
                  <a:lnTo>
                    <a:pt x="1" y="170156"/>
                  </a:lnTo>
                  <a:lnTo>
                    <a:pt x="38" y="170156"/>
                  </a:lnTo>
                  <a:lnTo>
                    <a:pt x="7439" y="132584"/>
                  </a:lnTo>
                  <a:lnTo>
                    <a:pt x="144441" y="132584"/>
                  </a:lnTo>
                  <a:close/>
                </a:path>
              </a:pathLst>
            </a:custGeom>
            <a:solidFill>
              <a:srgbClr val="FCFFDD"/>
            </a:solidFill>
            <a:ln>
              <a:solidFill>
                <a:schemeClr val="bg1">
                  <a:lumMod val="8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9" name="자유형: 도형 58">
              <a:extLst>
                <a:ext uri="{FF2B5EF4-FFF2-40B4-BE49-F238E27FC236}">
                  <a16:creationId xmlns:a16="http://schemas.microsoft.com/office/drawing/2014/main" id="{D4FBD797-D208-5402-641B-7D199172EF70}"/>
                </a:ext>
              </a:extLst>
            </p:cNvPr>
            <p:cNvSpPr/>
            <p:nvPr/>
          </p:nvSpPr>
          <p:spPr>
            <a:xfrm>
              <a:off x="7119080" y="2435804"/>
              <a:ext cx="345775" cy="141590"/>
            </a:xfrm>
            <a:custGeom>
              <a:avLst/>
              <a:gdLst>
                <a:gd name="csX0" fmla="*/ 98886 w 390646"/>
                <a:gd name="csY0" fmla="*/ 0 h 141590"/>
                <a:gd name="csX1" fmla="*/ 314678 w 390646"/>
                <a:gd name="csY1" fmla="*/ 0 h 141590"/>
                <a:gd name="csX2" fmla="*/ 390646 w 390646"/>
                <a:gd name="csY2" fmla="*/ 16526 h 141590"/>
                <a:gd name="csX3" fmla="*/ 390646 w 390646"/>
                <a:gd name="csY3" fmla="*/ 32120 h 141590"/>
                <a:gd name="csX4" fmla="*/ 292923 w 390646"/>
                <a:gd name="csY4" fmla="*/ 32120 h 141590"/>
                <a:gd name="csX5" fmla="*/ 292923 w 390646"/>
                <a:gd name="csY5" fmla="*/ 109470 h 141590"/>
                <a:gd name="csX6" fmla="*/ 390646 w 390646"/>
                <a:gd name="csY6" fmla="*/ 109470 h 141590"/>
                <a:gd name="csX7" fmla="*/ 390646 w 390646"/>
                <a:gd name="csY7" fmla="*/ 125065 h 141590"/>
                <a:gd name="csX8" fmla="*/ 314678 w 390646"/>
                <a:gd name="csY8" fmla="*/ 141590 h 141590"/>
                <a:gd name="csX9" fmla="*/ 169200 w 390646"/>
                <a:gd name="csY9" fmla="*/ 141590 h 141590"/>
                <a:gd name="csX10" fmla="*/ 98886 w 390646"/>
                <a:gd name="csY10" fmla="*/ 141590 h 141590"/>
                <a:gd name="csX11" fmla="*/ 84600 w 390646"/>
                <a:gd name="csY11" fmla="*/ 141590 h 141590"/>
                <a:gd name="csX12" fmla="*/ 0 w 390646"/>
                <a:gd name="csY12" fmla="*/ 71390 h 141590"/>
                <a:gd name="csX13" fmla="*/ 84600 w 390646"/>
                <a:gd name="csY13" fmla="*/ 1190 h 141590"/>
                <a:gd name="csX14" fmla="*/ 98886 w 390646"/>
                <a:gd name="csY14" fmla="*/ 1190 h 1415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390646" h="141590">
                  <a:moveTo>
                    <a:pt x="98886" y="0"/>
                  </a:moveTo>
                  <a:lnTo>
                    <a:pt x="314678" y="0"/>
                  </a:lnTo>
                  <a:lnTo>
                    <a:pt x="390646" y="16526"/>
                  </a:lnTo>
                  <a:lnTo>
                    <a:pt x="390646" y="32120"/>
                  </a:lnTo>
                  <a:lnTo>
                    <a:pt x="292923" y="32120"/>
                  </a:lnTo>
                  <a:lnTo>
                    <a:pt x="292923" y="109470"/>
                  </a:lnTo>
                  <a:lnTo>
                    <a:pt x="390646" y="109470"/>
                  </a:lnTo>
                  <a:lnTo>
                    <a:pt x="390646" y="125065"/>
                  </a:lnTo>
                  <a:lnTo>
                    <a:pt x="314678" y="141590"/>
                  </a:lnTo>
                  <a:lnTo>
                    <a:pt x="169200" y="141590"/>
                  </a:lnTo>
                  <a:lnTo>
                    <a:pt x="98886" y="141590"/>
                  </a:lnTo>
                  <a:lnTo>
                    <a:pt x="84600" y="141590"/>
                  </a:lnTo>
                  <a:cubicBezTo>
                    <a:pt x="37877" y="141590"/>
                    <a:pt x="0" y="110160"/>
                    <a:pt x="0" y="71390"/>
                  </a:cubicBezTo>
                  <a:cubicBezTo>
                    <a:pt x="0" y="32620"/>
                    <a:pt x="37877" y="1190"/>
                    <a:pt x="84600" y="1190"/>
                  </a:cubicBezTo>
                  <a:lnTo>
                    <a:pt x="98886" y="1190"/>
                  </a:lnTo>
                  <a:close/>
                </a:path>
              </a:pathLst>
            </a:custGeom>
            <a:solidFill>
              <a:schemeClr val="bg2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78" name="그룹 77">
            <a:extLst>
              <a:ext uri="{FF2B5EF4-FFF2-40B4-BE49-F238E27FC236}">
                <a16:creationId xmlns:a16="http://schemas.microsoft.com/office/drawing/2014/main" id="{9AF5FD75-7CE3-5E64-FE86-BDD19B142503}"/>
              </a:ext>
            </a:extLst>
          </p:cNvPr>
          <p:cNvGrpSpPr/>
          <p:nvPr/>
        </p:nvGrpSpPr>
        <p:grpSpPr>
          <a:xfrm>
            <a:off x="8503882" y="4473959"/>
            <a:ext cx="817200" cy="817683"/>
            <a:chOff x="7628675" y="4418008"/>
            <a:chExt cx="817200" cy="817683"/>
          </a:xfrm>
          <a:effectLst>
            <a:outerShdw blurRad="63500" sx="98000" sy="98000" algn="ctr" rotWithShape="0">
              <a:prstClr val="black">
                <a:alpha val="40000"/>
              </a:prstClr>
            </a:outerShdw>
          </a:effectLst>
        </p:grpSpPr>
        <p:sp>
          <p:nvSpPr>
            <p:cNvPr id="79" name="타원 78">
              <a:extLst>
                <a:ext uri="{FF2B5EF4-FFF2-40B4-BE49-F238E27FC236}">
                  <a16:creationId xmlns:a16="http://schemas.microsoft.com/office/drawing/2014/main" id="{58828E48-0EAD-460D-6F9C-ECC0F9DF2607}"/>
                </a:ext>
              </a:extLst>
            </p:cNvPr>
            <p:cNvSpPr/>
            <p:nvPr/>
          </p:nvSpPr>
          <p:spPr>
            <a:xfrm>
              <a:off x="7628675" y="4418008"/>
              <a:ext cx="817200" cy="817683"/>
            </a:xfrm>
            <a:prstGeom prst="ellipse">
              <a:avLst/>
            </a:prstGeom>
            <a:pattFill prst="plaid">
              <a:fgClr>
                <a:schemeClr val="tx1"/>
              </a:fgClr>
              <a:bgClr>
                <a:schemeClr val="bg1"/>
              </a:bgClr>
            </a:pattFill>
            <a:ln w="38100">
              <a:solidFill>
                <a:schemeClr val="bg1">
                  <a:alpha val="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0" name="타원 79">
              <a:extLst>
                <a:ext uri="{FF2B5EF4-FFF2-40B4-BE49-F238E27FC236}">
                  <a16:creationId xmlns:a16="http://schemas.microsoft.com/office/drawing/2014/main" id="{79FF8B21-18F3-ED13-22D7-FB9951D3AEB7}"/>
                </a:ext>
              </a:extLst>
            </p:cNvPr>
            <p:cNvSpPr/>
            <p:nvPr/>
          </p:nvSpPr>
          <p:spPr>
            <a:xfrm>
              <a:off x="7628675" y="4418008"/>
              <a:ext cx="817200" cy="817683"/>
            </a:xfrm>
            <a:prstGeom prst="ellipse">
              <a:avLst/>
            </a:prstGeom>
            <a:gradFill>
              <a:gsLst>
                <a:gs pos="28000">
                  <a:schemeClr val="accent5">
                    <a:lumMod val="20000"/>
                    <a:lumOff val="80000"/>
                    <a:alpha val="85000"/>
                  </a:schemeClr>
                </a:gs>
                <a:gs pos="0">
                  <a:schemeClr val="accent5">
                    <a:lumMod val="60000"/>
                    <a:lumOff val="40000"/>
                    <a:alpha val="85000"/>
                  </a:schemeClr>
                </a:gs>
                <a:gs pos="15000">
                  <a:schemeClr val="accent5">
                    <a:lumMod val="20000"/>
                    <a:lumOff val="80000"/>
                    <a:alpha val="85000"/>
                  </a:schemeClr>
                </a:gs>
                <a:gs pos="100000">
                  <a:schemeClr val="accent5">
                    <a:lumMod val="20000"/>
                    <a:lumOff val="80000"/>
                    <a:alpha val="85000"/>
                  </a:schemeClr>
                </a:gs>
                <a:gs pos="80000">
                  <a:schemeClr val="accent5">
                    <a:lumMod val="40000"/>
                    <a:lumOff val="60000"/>
                    <a:alpha val="85000"/>
                  </a:schemeClr>
                </a:gs>
                <a:gs pos="68000">
                  <a:schemeClr val="accent5">
                    <a:lumMod val="60000"/>
                    <a:lumOff val="40000"/>
                    <a:alpha val="85000"/>
                  </a:schemeClr>
                </a:gs>
                <a:gs pos="53000">
                  <a:schemeClr val="bg1">
                    <a:alpha val="85000"/>
                  </a:schemeClr>
                </a:gs>
              </a:gsLst>
              <a:lin ang="5400000" scaled="1"/>
            </a:gra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5546566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그룹 3">
            <a:extLst>
              <a:ext uri="{FF2B5EF4-FFF2-40B4-BE49-F238E27FC236}">
                <a16:creationId xmlns:a16="http://schemas.microsoft.com/office/drawing/2014/main" id="{44AB2259-A0AC-8F63-98A2-2F6461F59B0F}"/>
              </a:ext>
            </a:extLst>
          </p:cNvPr>
          <p:cNvGrpSpPr/>
          <p:nvPr/>
        </p:nvGrpSpPr>
        <p:grpSpPr>
          <a:xfrm>
            <a:off x="287672" y="247711"/>
            <a:ext cx="7234222" cy="6015955"/>
            <a:chOff x="1293043" y="422568"/>
            <a:chExt cx="6574608" cy="6015955"/>
          </a:xfrm>
        </p:grpSpPr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E3CC3053-A925-2FAE-F336-74EC527CE5D7}"/>
                </a:ext>
              </a:extLst>
            </p:cNvPr>
            <p:cNvGrpSpPr/>
            <p:nvPr/>
          </p:nvGrpSpPr>
          <p:grpSpPr>
            <a:xfrm>
              <a:off x="1293043" y="422568"/>
              <a:ext cx="6574608" cy="6015955"/>
              <a:chOff x="687845" y="2333987"/>
              <a:chExt cx="4308091" cy="3614370"/>
            </a:xfrm>
            <a:solidFill>
              <a:schemeClr val="bg1"/>
            </a:solidFill>
          </p:grpSpPr>
          <p:sp>
            <p:nvSpPr>
              <p:cNvPr id="7" name="사각형: 둥근 모서리 6">
                <a:extLst>
                  <a:ext uri="{FF2B5EF4-FFF2-40B4-BE49-F238E27FC236}">
                    <a16:creationId xmlns:a16="http://schemas.microsoft.com/office/drawing/2014/main" id="{F0105E09-DFB1-0930-D51E-71185BC289F3}"/>
                  </a:ext>
                </a:extLst>
              </p:cNvPr>
              <p:cNvSpPr/>
              <p:nvPr/>
            </p:nvSpPr>
            <p:spPr>
              <a:xfrm>
                <a:off x="2916560" y="4594635"/>
                <a:ext cx="862607" cy="543598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/>
              </a:p>
            </p:txBody>
          </p:sp>
          <p:sp>
            <p:nvSpPr>
              <p:cNvPr id="8" name="사각형: 둥근 모서리 7">
                <a:extLst>
                  <a:ext uri="{FF2B5EF4-FFF2-40B4-BE49-F238E27FC236}">
                    <a16:creationId xmlns:a16="http://schemas.microsoft.com/office/drawing/2014/main" id="{E19F9D29-82EE-1299-032F-B3309FDCAA65}"/>
                  </a:ext>
                </a:extLst>
              </p:cNvPr>
              <p:cNvSpPr/>
              <p:nvPr/>
            </p:nvSpPr>
            <p:spPr>
              <a:xfrm>
                <a:off x="1904213" y="4594635"/>
                <a:ext cx="862608" cy="543598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/>
              </a:p>
            </p:txBody>
          </p:sp>
          <p:sp>
            <p:nvSpPr>
              <p:cNvPr id="9" name="육각형 8">
                <a:extLst>
                  <a:ext uri="{FF2B5EF4-FFF2-40B4-BE49-F238E27FC236}">
                    <a16:creationId xmlns:a16="http://schemas.microsoft.com/office/drawing/2014/main" id="{6123D0B9-D852-C138-EBE5-1C249EEE757F}"/>
                  </a:ext>
                </a:extLst>
              </p:cNvPr>
              <p:cNvSpPr/>
              <p:nvPr/>
            </p:nvSpPr>
            <p:spPr>
              <a:xfrm rot="5400000">
                <a:off x="1819536" y="3162911"/>
                <a:ext cx="2043913" cy="2025000"/>
              </a:xfrm>
              <a:prstGeom prst="hexagon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 dirty="0"/>
              </a:p>
            </p:txBody>
          </p:sp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434E6D9E-0E71-1723-0ECA-95FF74A25824}"/>
                  </a:ext>
                </a:extLst>
              </p:cNvPr>
              <p:cNvSpPr/>
              <p:nvPr/>
            </p:nvSpPr>
            <p:spPr>
              <a:xfrm rot="20011563">
                <a:off x="1967793" y="3310806"/>
                <a:ext cx="704321" cy="9845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 dirty="0"/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19F437AC-74A3-4CFD-9BED-B68BBC496127}"/>
                  </a:ext>
                </a:extLst>
              </p:cNvPr>
              <p:cNvSpPr/>
              <p:nvPr/>
            </p:nvSpPr>
            <p:spPr>
              <a:xfrm rot="16200000">
                <a:off x="1424096" y="4098379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12" name="직사각형 11">
                <a:extLst>
                  <a:ext uri="{FF2B5EF4-FFF2-40B4-BE49-F238E27FC236}">
                    <a16:creationId xmlns:a16="http://schemas.microsoft.com/office/drawing/2014/main" id="{858FF22B-68FE-F390-1D5D-DCB83453440E}"/>
                  </a:ext>
                </a:extLst>
              </p:cNvPr>
              <p:cNvSpPr/>
              <p:nvPr/>
            </p:nvSpPr>
            <p:spPr>
              <a:xfrm rot="1583793">
                <a:off x="3008452" y="3309710"/>
                <a:ext cx="704321" cy="9845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13" name="직사각형 12">
                <a:extLst>
                  <a:ext uri="{FF2B5EF4-FFF2-40B4-BE49-F238E27FC236}">
                    <a16:creationId xmlns:a16="http://schemas.microsoft.com/office/drawing/2014/main" id="{822B8B90-12CE-8EDF-946D-0847FB0C63B0}"/>
                  </a:ext>
                </a:extLst>
              </p:cNvPr>
              <p:cNvSpPr/>
              <p:nvPr/>
            </p:nvSpPr>
            <p:spPr>
              <a:xfrm rot="10800000">
                <a:off x="1979126" y="5137988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14" name="직사각형 13">
                <a:extLst>
                  <a:ext uri="{FF2B5EF4-FFF2-40B4-BE49-F238E27FC236}">
                    <a16:creationId xmlns:a16="http://schemas.microsoft.com/office/drawing/2014/main" id="{B7C59B0D-9A2E-35CA-57B5-08505B5BB48B}"/>
                  </a:ext>
                </a:extLst>
              </p:cNvPr>
              <p:cNvSpPr/>
              <p:nvPr/>
            </p:nvSpPr>
            <p:spPr>
              <a:xfrm rot="10800000">
                <a:off x="2991473" y="5137988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15" name="사각형: 둥근 모서리 14">
                <a:extLst>
                  <a:ext uri="{FF2B5EF4-FFF2-40B4-BE49-F238E27FC236}">
                    <a16:creationId xmlns:a16="http://schemas.microsoft.com/office/drawing/2014/main" id="{F2413D1B-75C4-2115-1BE0-16A4A9B8D958}"/>
                  </a:ext>
                </a:extLst>
              </p:cNvPr>
              <p:cNvSpPr/>
              <p:nvPr/>
            </p:nvSpPr>
            <p:spPr>
              <a:xfrm>
                <a:off x="1904213" y="5235271"/>
                <a:ext cx="862608" cy="619755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/>
              </a:p>
            </p:txBody>
          </p:sp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F9C311E8-AF8B-A978-549C-E76CFD82D38D}"/>
                  </a:ext>
                </a:extLst>
              </p:cNvPr>
              <p:cNvSpPr/>
              <p:nvPr/>
            </p:nvSpPr>
            <p:spPr>
              <a:xfrm>
                <a:off x="2916560" y="5235271"/>
                <a:ext cx="862608" cy="619755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/>
              </a:p>
            </p:txBody>
          </p:sp>
          <p:sp>
            <p:nvSpPr>
              <p:cNvPr id="17" name="직사각형 16">
                <a:extLst>
                  <a:ext uri="{FF2B5EF4-FFF2-40B4-BE49-F238E27FC236}">
                    <a16:creationId xmlns:a16="http://schemas.microsoft.com/office/drawing/2014/main" id="{AA9C2F4D-F86A-EA0D-E3FC-541F66E24795}"/>
                  </a:ext>
                </a:extLst>
              </p:cNvPr>
              <p:cNvSpPr/>
              <p:nvPr/>
            </p:nvSpPr>
            <p:spPr>
              <a:xfrm rot="16200000">
                <a:off x="3546904" y="4098380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 dirty="0"/>
              </a:p>
            </p:txBody>
          </p:sp>
          <p:sp>
            <p:nvSpPr>
              <p:cNvPr id="18" name="사각형: 둥근 모서리 17">
                <a:extLst>
                  <a:ext uri="{FF2B5EF4-FFF2-40B4-BE49-F238E27FC236}">
                    <a16:creationId xmlns:a16="http://schemas.microsoft.com/office/drawing/2014/main" id="{268A1FD2-441E-272E-03FC-8D54702AEC11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/>
              </a:p>
            </p:txBody>
          </p:sp>
          <p:sp>
            <p:nvSpPr>
              <p:cNvPr id="19" name="사각형: 둥근 모서리 18">
                <a:extLst>
                  <a:ext uri="{FF2B5EF4-FFF2-40B4-BE49-F238E27FC236}">
                    <a16:creationId xmlns:a16="http://schemas.microsoft.com/office/drawing/2014/main" id="{B690C776-8CB7-D100-E7A7-9B2E906E0A10}"/>
                  </a:ext>
                </a:extLst>
              </p:cNvPr>
              <p:cNvSpPr/>
              <p:nvPr/>
            </p:nvSpPr>
            <p:spPr>
              <a:xfrm rot="20016713">
                <a:off x="1532665" y="2338583"/>
                <a:ext cx="1044000" cy="1044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/>
              </a:p>
            </p:txBody>
          </p:sp>
          <p:sp>
            <p:nvSpPr>
              <p:cNvPr id="20" name="사각형: 둥근 모서리 19">
                <a:extLst>
                  <a:ext uri="{FF2B5EF4-FFF2-40B4-BE49-F238E27FC236}">
                    <a16:creationId xmlns:a16="http://schemas.microsoft.com/office/drawing/2014/main" id="{18443265-1E56-3615-D092-79F6A1EA84FB}"/>
                  </a:ext>
                </a:extLst>
              </p:cNvPr>
              <p:cNvSpPr/>
              <p:nvPr/>
            </p:nvSpPr>
            <p:spPr>
              <a:xfrm rot="1600827">
                <a:off x="3098846" y="2333987"/>
                <a:ext cx="1044000" cy="1044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 dirty="0"/>
              </a:p>
            </p:txBody>
          </p:sp>
          <p:sp>
            <p:nvSpPr>
              <p:cNvPr id="21" name="사각형: 둥근 모서리 20">
                <a:extLst>
                  <a:ext uri="{FF2B5EF4-FFF2-40B4-BE49-F238E27FC236}">
                    <a16:creationId xmlns:a16="http://schemas.microsoft.com/office/drawing/2014/main" id="{A03B4CE9-5DAD-43C6-DD3D-3EA65F33264B}"/>
                  </a:ext>
                </a:extLst>
              </p:cNvPr>
              <p:cNvSpPr/>
              <p:nvPr/>
            </p:nvSpPr>
            <p:spPr>
              <a:xfrm>
                <a:off x="3951936" y="3625020"/>
                <a:ext cx="1044000" cy="1044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/>
              </a:p>
            </p:txBody>
          </p:sp>
          <p:sp>
            <p:nvSpPr>
              <p:cNvPr id="22" name="직사각형 21">
                <a:extLst>
                  <a:ext uri="{FF2B5EF4-FFF2-40B4-BE49-F238E27FC236}">
                    <a16:creationId xmlns:a16="http://schemas.microsoft.com/office/drawing/2014/main" id="{1B09C13B-0E7A-F744-C06D-E7624D64AB4C}"/>
                  </a:ext>
                </a:extLst>
              </p:cNvPr>
              <p:cNvSpPr/>
              <p:nvPr/>
            </p:nvSpPr>
            <p:spPr>
              <a:xfrm rot="10800000">
                <a:off x="1979125" y="5851075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23" name="직사각형 22">
                <a:extLst>
                  <a:ext uri="{FF2B5EF4-FFF2-40B4-BE49-F238E27FC236}">
                    <a16:creationId xmlns:a16="http://schemas.microsoft.com/office/drawing/2014/main" id="{FECEDB63-9A2A-7388-87B7-BCFA75703F31}"/>
                  </a:ext>
                </a:extLst>
              </p:cNvPr>
              <p:cNvSpPr/>
              <p:nvPr/>
            </p:nvSpPr>
            <p:spPr>
              <a:xfrm rot="10800000">
                <a:off x="2993985" y="5851075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24" name="직사각형 23">
                <a:extLst>
                  <a:ext uri="{FF2B5EF4-FFF2-40B4-BE49-F238E27FC236}">
                    <a16:creationId xmlns:a16="http://schemas.microsoft.com/office/drawing/2014/main" id="{F2E3041C-11A7-EC0F-D287-5CC150B1C7C0}"/>
                  </a:ext>
                </a:extLst>
              </p:cNvPr>
              <p:cNvSpPr/>
              <p:nvPr/>
            </p:nvSpPr>
            <p:spPr>
              <a:xfrm rot="16200000">
                <a:off x="1422005" y="4097962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 dirty="0"/>
              </a:p>
            </p:txBody>
          </p:sp>
          <p:sp>
            <p:nvSpPr>
              <p:cNvPr id="25" name="직사각형 24">
                <a:extLst>
                  <a:ext uri="{FF2B5EF4-FFF2-40B4-BE49-F238E27FC236}">
                    <a16:creationId xmlns:a16="http://schemas.microsoft.com/office/drawing/2014/main" id="{8EE042F0-F6F8-6B40-7D0B-AE905F2F9531}"/>
                  </a:ext>
                </a:extLst>
              </p:cNvPr>
              <p:cNvSpPr/>
              <p:nvPr/>
            </p:nvSpPr>
            <p:spPr>
              <a:xfrm rot="1583793">
                <a:off x="3006361" y="3309294"/>
                <a:ext cx="704321" cy="9845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26" name="직사각형 25">
                <a:extLst>
                  <a:ext uri="{FF2B5EF4-FFF2-40B4-BE49-F238E27FC236}">
                    <a16:creationId xmlns:a16="http://schemas.microsoft.com/office/drawing/2014/main" id="{BBA716F4-ECEE-B975-0788-17680AE1CD14}"/>
                  </a:ext>
                </a:extLst>
              </p:cNvPr>
              <p:cNvSpPr/>
              <p:nvPr/>
            </p:nvSpPr>
            <p:spPr>
              <a:xfrm rot="10800000">
                <a:off x="1977035" y="5137572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27" name="직사각형 26">
                <a:extLst>
                  <a:ext uri="{FF2B5EF4-FFF2-40B4-BE49-F238E27FC236}">
                    <a16:creationId xmlns:a16="http://schemas.microsoft.com/office/drawing/2014/main" id="{396C2E73-8CA7-E566-2452-AF6E9CC8E53C}"/>
                  </a:ext>
                </a:extLst>
              </p:cNvPr>
              <p:cNvSpPr/>
              <p:nvPr/>
            </p:nvSpPr>
            <p:spPr>
              <a:xfrm rot="10800000">
                <a:off x="2989382" y="5137572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28" name="직사각형 27">
                <a:extLst>
                  <a:ext uri="{FF2B5EF4-FFF2-40B4-BE49-F238E27FC236}">
                    <a16:creationId xmlns:a16="http://schemas.microsoft.com/office/drawing/2014/main" id="{88776C68-7E91-EF83-FE55-A34AEE58EFF3}"/>
                  </a:ext>
                </a:extLst>
              </p:cNvPr>
              <p:cNvSpPr/>
              <p:nvPr/>
            </p:nvSpPr>
            <p:spPr>
              <a:xfrm rot="16200000">
                <a:off x="3544813" y="4097964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 dirty="0"/>
              </a:p>
            </p:txBody>
          </p:sp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0C24962D-D7DF-2D92-F229-2913DDEA7C99}"/>
                  </a:ext>
                </a:extLst>
              </p:cNvPr>
              <p:cNvSpPr/>
              <p:nvPr/>
            </p:nvSpPr>
            <p:spPr>
              <a:xfrm rot="10800000">
                <a:off x="1977034" y="5850659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30" name="직사각형 29">
                <a:extLst>
                  <a:ext uri="{FF2B5EF4-FFF2-40B4-BE49-F238E27FC236}">
                    <a16:creationId xmlns:a16="http://schemas.microsoft.com/office/drawing/2014/main" id="{D50375FA-379D-809B-51D2-F466303BE4D7}"/>
                  </a:ext>
                </a:extLst>
              </p:cNvPr>
              <p:cNvSpPr/>
              <p:nvPr/>
            </p:nvSpPr>
            <p:spPr>
              <a:xfrm rot="10800000">
                <a:off x="2991894" y="5850659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4ACCFD8C-9B0F-1EA4-D4AE-28B88B045FE5}"/>
                </a:ext>
              </a:extLst>
            </p:cNvPr>
            <p:cNvSpPr/>
            <p:nvPr/>
          </p:nvSpPr>
          <p:spPr>
            <a:xfrm>
              <a:off x="4561918" y="3478010"/>
              <a:ext cx="42533" cy="46800"/>
            </a:xfrm>
            <a:prstGeom prst="ellipse">
              <a:avLst/>
            </a:prstGeom>
            <a:solidFill>
              <a:srgbClr val="C0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1308190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510ABF4-BB73-3A50-735A-DCEC2CBB85B6}"/>
              </a:ext>
            </a:extLst>
          </p:cNvPr>
          <p:cNvSpPr txBox="1"/>
          <p:nvPr/>
        </p:nvSpPr>
        <p:spPr>
          <a:xfrm>
            <a:off x="409575" y="276225"/>
            <a:ext cx="3222229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ko-KR" dirty="0" err="1"/>
              <a:t>LoadLock</a:t>
            </a:r>
            <a:r>
              <a:rPr lang="ko-KR" altLang="en-US" dirty="0"/>
              <a:t> 웨이퍼 </a:t>
            </a:r>
            <a:r>
              <a:rPr lang="ko-KR" altLang="en-US" dirty="0" err="1"/>
              <a:t>스폰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en-US" altLang="ko-KR" dirty="0"/>
              <a:t>Lower Unfold</a:t>
            </a:r>
          </a:p>
          <a:p>
            <a:pPr marL="342900" indent="-342900">
              <a:buAutoNum type="arabicPeriod"/>
            </a:pPr>
            <a:r>
              <a:rPr lang="en-US" altLang="ko-KR" dirty="0"/>
              <a:t>Lower Pick</a:t>
            </a:r>
          </a:p>
          <a:p>
            <a:pPr marL="342900" indent="-342900">
              <a:buAutoNum type="arabicPeriod"/>
            </a:pPr>
            <a:r>
              <a:rPr lang="en-US" altLang="ko-KR" dirty="0"/>
              <a:t>Lower Fold</a:t>
            </a:r>
          </a:p>
          <a:p>
            <a:pPr marL="342900" indent="-342900">
              <a:buAutoNum type="arabicPeriod"/>
            </a:pPr>
            <a:r>
              <a:rPr lang="en-US" altLang="ko-KR" dirty="0"/>
              <a:t>Lower Pm rotation</a:t>
            </a:r>
          </a:p>
          <a:p>
            <a:pPr marL="342900" indent="-342900">
              <a:buAutoNum type="arabicPeriod"/>
            </a:pPr>
            <a:r>
              <a:rPr lang="en-US" altLang="ko-KR" dirty="0"/>
              <a:t>Lower Unfold</a:t>
            </a:r>
          </a:p>
          <a:p>
            <a:pPr marL="342900" indent="-342900">
              <a:buAutoNum type="arabicPeriod"/>
            </a:pPr>
            <a:r>
              <a:rPr lang="en-US" altLang="ko-KR" dirty="0"/>
              <a:t>Lower Place</a:t>
            </a:r>
          </a:p>
          <a:p>
            <a:pPr marL="342900" indent="-342900">
              <a:buAutoNum type="arabicPeriod"/>
            </a:pPr>
            <a:r>
              <a:rPr lang="en-US" altLang="ko-KR" dirty="0"/>
              <a:t>Lower Fold</a:t>
            </a:r>
          </a:p>
          <a:p>
            <a:pPr marL="342900" indent="-342900">
              <a:buAutoNum type="arabicPeriod"/>
            </a:pPr>
            <a:r>
              <a:rPr lang="en-US" altLang="ko-KR" dirty="0"/>
              <a:t>Pm End</a:t>
            </a:r>
          </a:p>
          <a:p>
            <a:pPr marL="342900" indent="-342900">
              <a:buAutoNum type="arabicPeriod"/>
            </a:pPr>
            <a:r>
              <a:rPr lang="en-US" altLang="ko-KR" dirty="0"/>
              <a:t> Upper Unfold</a:t>
            </a:r>
          </a:p>
          <a:p>
            <a:pPr marL="342900" indent="-342900">
              <a:buAutoNum type="arabicPeriod"/>
            </a:pPr>
            <a:r>
              <a:rPr lang="en-US" altLang="ko-KR" dirty="0"/>
              <a:t> Upper Pick</a:t>
            </a:r>
          </a:p>
          <a:p>
            <a:pPr marL="342900" indent="-342900">
              <a:buAutoNum type="arabicPeriod"/>
            </a:pPr>
            <a:r>
              <a:rPr lang="en-US" altLang="ko-KR" dirty="0"/>
              <a:t> Upper Fold</a:t>
            </a:r>
          </a:p>
          <a:p>
            <a:pPr marL="342900" indent="-342900">
              <a:buAutoNum type="arabicPeriod"/>
            </a:pPr>
            <a:r>
              <a:rPr lang="en-US" altLang="ko-KR" dirty="0"/>
              <a:t> Upper </a:t>
            </a:r>
            <a:r>
              <a:rPr lang="en-US" altLang="ko-KR" dirty="0" err="1"/>
              <a:t>LoadLock</a:t>
            </a:r>
            <a:r>
              <a:rPr lang="en-US" altLang="ko-KR" dirty="0"/>
              <a:t> rotation</a:t>
            </a:r>
          </a:p>
          <a:p>
            <a:pPr marL="342900" indent="-342900">
              <a:buAutoNum type="arabicPeriod"/>
            </a:pPr>
            <a:r>
              <a:rPr lang="en-US" altLang="ko-KR" dirty="0"/>
              <a:t> Upper Unfold</a:t>
            </a:r>
          </a:p>
          <a:p>
            <a:pPr marL="342900" indent="-342900">
              <a:buAutoNum type="arabicPeriod"/>
            </a:pPr>
            <a:r>
              <a:rPr lang="en-US" altLang="ko-KR" dirty="0"/>
              <a:t> Upper Place</a:t>
            </a:r>
          </a:p>
          <a:p>
            <a:pPr marL="342900" indent="-342900">
              <a:buAutoNum type="arabicPeriod"/>
            </a:pPr>
            <a:r>
              <a:rPr lang="en-US" altLang="ko-KR"/>
              <a:t> LoadLock</a:t>
            </a:r>
            <a:r>
              <a:rPr lang="en-US" altLang="ko-KR" dirty="0"/>
              <a:t> Delete</a:t>
            </a:r>
          </a:p>
        </p:txBody>
      </p:sp>
    </p:spTree>
    <p:extLst>
      <p:ext uri="{BB962C8B-B14F-4D97-AF65-F5344CB8AC3E}">
        <p14:creationId xmlns:p14="http://schemas.microsoft.com/office/powerpoint/2010/main" val="37098127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2793</TotalTime>
  <Words>115</Words>
  <Application>Microsoft Office PowerPoint</Application>
  <PresentationFormat>와이드스크린</PresentationFormat>
  <Paragraphs>41</Paragraphs>
  <Slides>18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1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김 준태</dc:creator>
  <cp:lastModifiedBy>김 준태</cp:lastModifiedBy>
  <cp:revision>217</cp:revision>
  <dcterms:created xsi:type="dcterms:W3CDTF">2026-01-09T09:00:17Z</dcterms:created>
  <dcterms:modified xsi:type="dcterms:W3CDTF">2026-01-19T04:09:52Z</dcterms:modified>
</cp:coreProperties>
</file>